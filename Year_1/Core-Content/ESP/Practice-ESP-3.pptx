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47ED51-8577-4F16-A242-0C43740EA67A}" v="4" dt="2025-12-10T16:25:00.3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e Scott" userId="d89812fd-b5c9-4aa3-b865-3267ee36b762" providerId="ADAL" clId="{ABE0B975-946D-447D-8030-3C3A15617F57}"/>
    <pc:docChg chg="custSel modSld">
      <pc:chgData name="Rose Scott" userId="d89812fd-b5c9-4aa3-b865-3267ee36b762" providerId="ADAL" clId="{ABE0B975-946D-447D-8030-3C3A15617F57}" dt="2025-12-10T16:25:57.908" v="144" actId="33986"/>
      <pc:docMkLst>
        <pc:docMk/>
      </pc:docMkLst>
      <pc:sldChg chg="addSp delSp modSp mod">
        <pc:chgData name="Rose Scott" userId="d89812fd-b5c9-4aa3-b865-3267ee36b762" providerId="ADAL" clId="{ABE0B975-946D-447D-8030-3C3A15617F57}" dt="2025-12-10T16:24:21.215" v="109" actId="11529"/>
        <pc:sldMkLst>
          <pc:docMk/>
          <pc:sldMk cId="1521901635" sldId="256"/>
        </pc:sldMkLst>
        <pc:spChg chg="mod">
          <ac:chgData name="Rose Scott" userId="d89812fd-b5c9-4aa3-b865-3267ee36b762" providerId="ADAL" clId="{ABE0B975-946D-447D-8030-3C3A15617F57}" dt="2025-12-10T16:23:45.302" v="87" actId="1076"/>
          <ac:spMkLst>
            <pc:docMk/>
            <pc:sldMk cId="1521901635" sldId="256"/>
            <ac:spMk id="5" creationId="{8CD3DE33-0CF4-F773-0D93-BF0B01D8CC56}"/>
          </ac:spMkLst>
        </pc:spChg>
        <pc:spChg chg="mod">
          <ac:chgData name="Rose Scott" userId="d89812fd-b5c9-4aa3-b865-3267ee36b762" providerId="ADAL" clId="{ABE0B975-946D-447D-8030-3C3A15617F57}" dt="2025-12-10T16:23:45.302" v="87" actId="1076"/>
          <ac:spMkLst>
            <pc:docMk/>
            <pc:sldMk cId="1521901635" sldId="256"/>
            <ac:spMk id="8" creationId="{B3F07544-FF5A-C914-2FF5-322E8BA4D6A5}"/>
          </ac:spMkLst>
        </pc:spChg>
        <pc:spChg chg="mod">
          <ac:chgData name="Rose Scott" userId="d89812fd-b5c9-4aa3-b865-3267ee36b762" providerId="ADAL" clId="{ABE0B975-946D-447D-8030-3C3A15617F57}" dt="2025-12-10T16:23:45.302" v="87" actId="1076"/>
          <ac:spMkLst>
            <pc:docMk/>
            <pc:sldMk cId="1521901635" sldId="256"/>
            <ac:spMk id="9" creationId="{6025E3FC-AEC1-177F-D5E2-1367180EF908}"/>
          </ac:spMkLst>
        </pc:spChg>
        <pc:spChg chg="mod">
          <ac:chgData name="Rose Scott" userId="d89812fd-b5c9-4aa3-b865-3267ee36b762" providerId="ADAL" clId="{ABE0B975-946D-447D-8030-3C3A15617F57}" dt="2025-12-10T16:20:47.207" v="67" actId="1076"/>
          <ac:spMkLst>
            <pc:docMk/>
            <pc:sldMk cId="1521901635" sldId="256"/>
            <ac:spMk id="12" creationId="{5D9648AD-66A1-AD3F-A85F-67FFA8913DA1}"/>
          </ac:spMkLst>
        </pc:spChg>
        <pc:spChg chg="mod">
          <ac:chgData name="Rose Scott" userId="d89812fd-b5c9-4aa3-b865-3267ee36b762" providerId="ADAL" clId="{ABE0B975-946D-447D-8030-3C3A15617F57}" dt="2025-12-10T16:23:45.302" v="87" actId="1076"/>
          <ac:spMkLst>
            <pc:docMk/>
            <pc:sldMk cId="1521901635" sldId="256"/>
            <ac:spMk id="20" creationId="{9C858F2D-17C3-B4B4-6CA8-CF39677F0BF2}"/>
          </ac:spMkLst>
        </pc:spChg>
        <pc:spChg chg="add mod">
          <ac:chgData name="Rose Scott" userId="d89812fd-b5c9-4aa3-b865-3267ee36b762" providerId="ADAL" clId="{ABE0B975-946D-447D-8030-3C3A15617F57}" dt="2025-12-10T16:23:52.815" v="88" actId="1076"/>
          <ac:spMkLst>
            <pc:docMk/>
            <pc:sldMk cId="1521901635" sldId="256"/>
            <ac:spMk id="70" creationId="{247E5767-B02A-4634-0476-A7F9ADB078CF}"/>
          </ac:spMkLst>
        </pc:spChg>
        <pc:spChg chg="add mod">
          <ac:chgData name="Rose Scott" userId="d89812fd-b5c9-4aa3-b865-3267ee36b762" providerId="ADAL" clId="{ABE0B975-946D-447D-8030-3C3A15617F57}" dt="2025-12-10T16:24:16.826" v="108" actId="20577"/>
          <ac:spMkLst>
            <pc:docMk/>
            <pc:sldMk cId="1521901635" sldId="256"/>
            <ac:spMk id="78" creationId="{E6F3A02D-9BE0-8208-9A78-81CC9C56A00C}"/>
          </ac:spMkLst>
        </pc:spChg>
        <pc:cxnChg chg="del">
          <ac:chgData name="Rose Scott" userId="d89812fd-b5c9-4aa3-b865-3267ee36b762" providerId="ADAL" clId="{ABE0B975-946D-447D-8030-3C3A15617F57}" dt="2025-12-10T16:20:51.404" v="71" actId="478"/>
          <ac:cxnSpMkLst>
            <pc:docMk/>
            <pc:sldMk cId="1521901635" sldId="256"/>
            <ac:cxnSpMk id="7" creationId="{A89D64D8-1B42-4A1D-1A72-E1A4FC9F635B}"/>
          </ac:cxnSpMkLst>
        </pc:cxnChg>
        <pc:cxnChg chg="del">
          <ac:chgData name="Rose Scott" userId="d89812fd-b5c9-4aa3-b865-3267ee36b762" providerId="ADAL" clId="{ABE0B975-946D-447D-8030-3C3A15617F57}" dt="2025-12-10T16:20:50.548" v="70" actId="478"/>
          <ac:cxnSpMkLst>
            <pc:docMk/>
            <pc:sldMk cId="1521901635" sldId="256"/>
            <ac:cxnSpMk id="10" creationId="{9F275168-9D54-BC40-650B-62E348A08AE3}"/>
          </ac:cxnSpMkLst>
        </pc:cxnChg>
        <pc:cxnChg chg="del">
          <ac:chgData name="Rose Scott" userId="d89812fd-b5c9-4aa3-b865-3267ee36b762" providerId="ADAL" clId="{ABE0B975-946D-447D-8030-3C3A15617F57}" dt="2025-12-10T16:20:48.584" v="68" actId="478"/>
          <ac:cxnSpMkLst>
            <pc:docMk/>
            <pc:sldMk cId="1521901635" sldId="256"/>
            <ac:cxnSpMk id="11" creationId="{5D4A72E3-95F9-E5CB-230E-A2DD2EEC242B}"/>
          </ac:cxnSpMkLst>
        </pc:cxnChg>
        <pc:cxnChg chg="mod">
          <ac:chgData name="Rose Scott" userId="d89812fd-b5c9-4aa3-b865-3267ee36b762" providerId="ADAL" clId="{ABE0B975-946D-447D-8030-3C3A15617F57}" dt="2025-12-10T16:23:45.302" v="87" actId="1076"/>
          <ac:cxnSpMkLst>
            <pc:docMk/>
            <pc:sldMk cId="1521901635" sldId="256"/>
            <ac:cxnSpMk id="13" creationId="{7FF7F233-DA55-C6F7-A5E6-F0907746C7CB}"/>
          </ac:cxnSpMkLst>
        </pc:cxnChg>
        <pc:cxnChg chg="del">
          <ac:chgData name="Rose Scott" userId="d89812fd-b5c9-4aa3-b865-3267ee36b762" providerId="ADAL" clId="{ABE0B975-946D-447D-8030-3C3A15617F57}" dt="2025-12-10T16:20:49.682" v="69" actId="478"/>
          <ac:cxnSpMkLst>
            <pc:docMk/>
            <pc:sldMk cId="1521901635" sldId="256"/>
            <ac:cxnSpMk id="21" creationId="{75E2F1C9-7738-0CE8-35C1-EAE1D9A4B33E}"/>
          </ac:cxnSpMkLst>
        </pc:cxnChg>
        <pc:cxnChg chg="del">
          <ac:chgData name="Rose Scott" userId="d89812fd-b5c9-4aa3-b865-3267ee36b762" providerId="ADAL" clId="{ABE0B975-946D-447D-8030-3C3A15617F57}" dt="2025-12-10T16:20:43.036" v="65" actId="478"/>
          <ac:cxnSpMkLst>
            <pc:docMk/>
            <pc:sldMk cId="1521901635" sldId="256"/>
            <ac:cxnSpMk id="24" creationId="{BE34911F-2C97-6A07-9493-C914C3CA6444}"/>
          </ac:cxnSpMkLst>
        </pc:cxnChg>
        <pc:cxnChg chg="del">
          <ac:chgData name="Rose Scott" userId="d89812fd-b5c9-4aa3-b865-3267ee36b762" providerId="ADAL" clId="{ABE0B975-946D-447D-8030-3C3A15617F57}" dt="2025-12-10T16:20:53.684" v="73" actId="478"/>
          <ac:cxnSpMkLst>
            <pc:docMk/>
            <pc:sldMk cId="1521901635" sldId="256"/>
            <ac:cxnSpMk id="39" creationId="{90965DA2-4A61-77BC-6786-F802385943E8}"/>
          </ac:cxnSpMkLst>
        </pc:cxnChg>
        <pc:cxnChg chg="del">
          <ac:chgData name="Rose Scott" userId="d89812fd-b5c9-4aa3-b865-3267ee36b762" providerId="ADAL" clId="{ABE0B975-946D-447D-8030-3C3A15617F57}" dt="2025-12-10T16:20:41.130" v="64" actId="478"/>
          <ac:cxnSpMkLst>
            <pc:docMk/>
            <pc:sldMk cId="1521901635" sldId="256"/>
            <ac:cxnSpMk id="41" creationId="{44F1A4CD-28EC-4C9A-E199-1FB58D41D07A}"/>
          </ac:cxnSpMkLst>
        </pc:cxnChg>
        <pc:cxnChg chg="del">
          <ac:chgData name="Rose Scott" userId="d89812fd-b5c9-4aa3-b865-3267ee36b762" providerId="ADAL" clId="{ABE0B975-946D-447D-8030-3C3A15617F57}" dt="2025-12-10T16:20:54.474" v="74" actId="478"/>
          <ac:cxnSpMkLst>
            <pc:docMk/>
            <pc:sldMk cId="1521901635" sldId="256"/>
            <ac:cxnSpMk id="43" creationId="{42A28588-85A4-824E-8BAF-D4B4C81FCAA4}"/>
          </ac:cxnSpMkLst>
        </pc:cxnChg>
        <pc:cxnChg chg="del">
          <ac:chgData name="Rose Scott" userId="d89812fd-b5c9-4aa3-b865-3267ee36b762" providerId="ADAL" clId="{ABE0B975-946D-447D-8030-3C3A15617F57}" dt="2025-12-10T16:20:52.846" v="72" actId="478"/>
          <ac:cxnSpMkLst>
            <pc:docMk/>
            <pc:sldMk cId="1521901635" sldId="256"/>
            <ac:cxnSpMk id="45" creationId="{A9B5641F-C424-553C-F260-A98CE9AFB8FD}"/>
          </ac:cxnSpMkLst>
        </pc:cxnChg>
        <pc:cxnChg chg="add del mod">
          <ac:chgData name="Rose Scott" userId="d89812fd-b5c9-4aa3-b865-3267ee36b762" providerId="ADAL" clId="{ABE0B975-946D-447D-8030-3C3A15617F57}" dt="2025-12-10T16:23:55.836" v="89" actId="478"/>
          <ac:cxnSpMkLst>
            <pc:docMk/>
            <pc:sldMk cId="1521901635" sldId="256"/>
            <ac:cxnSpMk id="47" creationId="{EA86325E-DABE-921F-9D1C-668027B9EBDB}"/>
          </ac:cxnSpMkLst>
        </pc:cxnChg>
        <pc:cxnChg chg="add mod">
          <ac:chgData name="Rose Scott" userId="d89812fd-b5c9-4aa3-b865-3267ee36b762" providerId="ADAL" clId="{ABE0B975-946D-447D-8030-3C3A15617F57}" dt="2025-12-10T16:23:45.302" v="87" actId="1076"/>
          <ac:cxnSpMkLst>
            <pc:docMk/>
            <pc:sldMk cId="1521901635" sldId="256"/>
            <ac:cxnSpMk id="49" creationId="{5FA99E91-1FCF-319C-51EC-7C93E7E60B23}"/>
          </ac:cxnSpMkLst>
        </pc:cxnChg>
        <pc:cxnChg chg="add mod">
          <ac:chgData name="Rose Scott" userId="d89812fd-b5c9-4aa3-b865-3267ee36b762" providerId="ADAL" clId="{ABE0B975-946D-447D-8030-3C3A15617F57}" dt="2025-12-10T16:23:45.302" v="87" actId="1076"/>
          <ac:cxnSpMkLst>
            <pc:docMk/>
            <pc:sldMk cId="1521901635" sldId="256"/>
            <ac:cxnSpMk id="51" creationId="{281B1C57-0008-976B-6EA2-7B2139F682F2}"/>
          </ac:cxnSpMkLst>
        </pc:cxnChg>
        <pc:cxnChg chg="add mod">
          <ac:chgData name="Rose Scott" userId="d89812fd-b5c9-4aa3-b865-3267ee36b762" providerId="ADAL" clId="{ABE0B975-946D-447D-8030-3C3A15617F57}" dt="2025-12-10T16:23:45.302" v="87" actId="1076"/>
          <ac:cxnSpMkLst>
            <pc:docMk/>
            <pc:sldMk cId="1521901635" sldId="256"/>
            <ac:cxnSpMk id="53" creationId="{0633EE0D-9F79-350E-CE74-655864673983}"/>
          </ac:cxnSpMkLst>
        </pc:cxnChg>
        <pc:cxnChg chg="add mod">
          <ac:chgData name="Rose Scott" userId="d89812fd-b5c9-4aa3-b865-3267ee36b762" providerId="ADAL" clId="{ABE0B975-946D-447D-8030-3C3A15617F57}" dt="2025-12-10T16:23:45.302" v="87" actId="1076"/>
          <ac:cxnSpMkLst>
            <pc:docMk/>
            <pc:sldMk cId="1521901635" sldId="256"/>
            <ac:cxnSpMk id="55" creationId="{DF05C0F2-79C7-08EF-B023-24C954913A07}"/>
          </ac:cxnSpMkLst>
        </pc:cxnChg>
        <pc:cxnChg chg="add mod">
          <ac:chgData name="Rose Scott" userId="d89812fd-b5c9-4aa3-b865-3267ee36b762" providerId="ADAL" clId="{ABE0B975-946D-447D-8030-3C3A15617F57}" dt="2025-12-10T16:20:47.207" v="67" actId="1076"/>
          <ac:cxnSpMkLst>
            <pc:docMk/>
            <pc:sldMk cId="1521901635" sldId="256"/>
            <ac:cxnSpMk id="57" creationId="{02FC9BB5-8CF7-E3EF-E6C8-514F9017835C}"/>
          </ac:cxnSpMkLst>
        </pc:cxnChg>
        <pc:cxnChg chg="add">
          <ac:chgData name="Rose Scott" userId="d89812fd-b5c9-4aa3-b865-3267ee36b762" providerId="ADAL" clId="{ABE0B975-946D-447D-8030-3C3A15617F57}" dt="2025-12-10T16:20:39.017" v="63" actId="11529"/>
          <ac:cxnSpMkLst>
            <pc:docMk/>
            <pc:sldMk cId="1521901635" sldId="256"/>
            <ac:cxnSpMk id="59" creationId="{F8D48974-5F2A-82B4-1367-453B82A81448}"/>
          </ac:cxnSpMkLst>
        </pc:cxnChg>
        <pc:cxnChg chg="add">
          <ac:chgData name="Rose Scott" userId="d89812fd-b5c9-4aa3-b865-3267ee36b762" providerId="ADAL" clId="{ABE0B975-946D-447D-8030-3C3A15617F57}" dt="2025-12-10T16:20:58.732" v="75" actId="11529"/>
          <ac:cxnSpMkLst>
            <pc:docMk/>
            <pc:sldMk cId="1521901635" sldId="256"/>
            <ac:cxnSpMk id="67" creationId="{EE577BB2-EBC5-6FDA-39AD-2836F9DAF587}"/>
          </ac:cxnSpMkLst>
        </pc:cxnChg>
        <pc:cxnChg chg="add">
          <ac:chgData name="Rose Scott" userId="d89812fd-b5c9-4aa3-b865-3267ee36b762" providerId="ADAL" clId="{ABE0B975-946D-447D-8030-3C3A15617F57}" dt="2025-12-10T16:21:03.888" v="76" actId="11529"/>
          <ac:cxnSpMkLst>
            <pc:docMk/>
            <pc:sldMk cId="1521901635" sldId="256"/>
            <ac:cxnSpMk id="69" creationId="{B7B2380A-9671-0BE3-A690-F73B39822B4D}"/>
          </ac:cxnSpMkLst>
        </pc:cxnChg>
        <pc:cxnChg chg="add">
          <ac:chgData name="Rose Scott" userId="d89812fd-b5c9-4aa3-b865-3267ee36b762" providerId="ADAL" clId="{ABE0B975-946D-447D-8030-3C3A15617F57}" dt="2025-12-10T16:23:59.720" v="90" actId="11529"/>
          <ac:cxnSpMkLst>
            <pc:docMk/>
            <pc:sldMk cId="1521901635" sldId="256"/>
            <ac:cxnSpMk id="75" creationId="{9CE6E708-39E7-626D-055E-F417F51C649C}"/>
          </ac:cxnSpMkLst>
        </pc:cxnChg>
        <pc:cxnChg chg="add">
          <ac:chgData name="Rose Scott" userId="d89812fd-b5c9-4aa3-b865-3267ee36b762" providerId="ADAL" clId="{ABE0B975-946D-447D-8030-3C3A15617F57}" dt="2025-12-10T16:24:03.421" v="91" actId="11529"/>
          <ac:cxnSpMkLst>
            <pc:docMk/>
            <pc:sldMk cId="1521901635" sldId="256"/>
            <ac:cxnSpMk id="77" creationId="{BC702ABC-B46E-05CF-A555-B5FAF062AE60}"/>
          </ac:cxnSpMkLst>
        </pc:cxnChg>
        <pc:cxnChg chg="add">
          <ac:chgData name="Rose Scott" userId="d89812fd-b5c9-4aa3-b865-3267ee36b762" providerId="ADAL" clId="{ABE0B975-946D-447D-8030-3C3A15617F57}" dt="2025-12-10T16:24:21.215" v="109" actId="11529"/>
          <ac:cxnSpMkLst>
            <pc:docMk/>
            <pc:sldMk cId="1521901635" sldId="256"/>
            <ac:cxnSpMk id="80" creationId="{49D77D3D-78B3-E25F-1E0D-D0B169D4B2E4}"/>
          </ac:cxnSpMkLst>
        </pc:cxnChg>
      </pc:sldChg>
      <pc:sldChg chg="addSp modSp mod">
        <pc:chgData name="Rose Scott" userId="d89812fd-b5c9-4aa3-b865-3267ee36b762" providerId="ADAL" clId="{ABE0B975-946D-447D-8030-3C3A15617F57}" dt="2025-12-10T16:19:58.308" v="56" actId="1076"/>
        <pc:sldMkLst>
          <pc:docMk/>
          <pc:sldMk cId="750221720" sldId="257"/>
        </pc:sldMkLst>
        <pc:spChg chg="add mod">
          <ac:chgData name="Rose Scott" userId="d89812fd-b5c9-4aa3-b865-3267ee36b762" providerId="ADAL" clId="{ABE0B975-946D-447D-8030-3C3A15617F57}" dt="2025-12-10T16:19:58.308" v="56" actId="1076"/>
          <ac:spMkLst>
            <pc:docMk/>
            <pc:sldMk cId="750221720" sldId="257"/>
            <ac:spMk id="4" creationId="{945E5EAF-9BE8-4DB3-4183-C629445FB3DB}"/>
          </ac:spMkLst>
        </pc:spChg>
      </pc:sldChg>
      <pc:sldChg chg="addSp delSp modSp mod">
        <pc:chgData name="Rose Scott" userId="d89812fd-b5c9-4aa3-b865-3267ee36b762" providerId="ADAL" clId="{ABE0B975-946D-447D-8030-3C3A15617F57}" dt="2025-12-10T16:25:57.908" v="144" actId="33986"/>
        <pc:sldMkLst>
          <pc:docMk/>
          <pc:sldMk cId="2918831011" sldId="259"/>
        </pc:sldMkLst>
        <pc:spChg chg="mod">
          <ac:chgData name="Rose Scott" userId="d89812fd-b5c9-4aa3-b865-3267ee36b762" providerId="ADAL" clId="{ABE0B975-946D-447D-8030-3C3A15617F57}" dt="2025-12-10T16:25:35.005" v="138" actId="1076"/>
          <ac:spMkLst>
            <pc:docMk/>
            <pc:sldMk cId="2918831011" sldId="259"/>
            <ac:spMk id="8" creationId="{F9143A62-9C16-CD9B-E502-D387A5DB4342}"/>
          </ac:spMkLst>
        </pc:spChg>
        <pc:spChg chg="mod">
          <ac:chgData name="Rose Scott" userId="d89812fd-b5c9-4aa3-b865-3267ee36b762" providerId="ADAL" clId="{ABE0B975-946D-447D-8030-3C3A15617F57}" dt="2025-12-10T16:24:55.330" v="117" actId="1076"/>
          <ac:spMkLst>
            <pc:docMk/>
            <pc:sldMk cId="2918831011" sldId="259"/>
            <ac:spMk id="42" creationId="{E4F549AC-82E7-E9EC-398B-7FA3E9C3D35C}"/>
          </ac:spMkLst>
        </pc:spChg>
        <pc:spChg chg="mod">
          <ac:chgData name="Rose Scott" userId="d89812fd-b5c9-4aa3-b865-3267ee36b762" providerId="ADAL" clId="{ABE0B975-946D-447D-8030-3C3A15617F57}" dt="2025-12-10T16:25:37.039" v="139" actId="1076"/>
          <ac:spMkLst>
            <pc:docMk/>
            <pc:sldMk cId="2918831011" sldId="259"/>
            <ac:spMk id="61" creationId="{452A3697-B0EB-520F-3374-4189B11951F1}"/>
          </ac:spMkLst>
        </pc:spChg>
        <pc:spChg chg="add mod">
          <ac:chgData name="Rose Scott" userId="d89812fd-b5c9-4aa3-b865-3267ee36b762" providerId="ADAL" clId="{ABE0B975-946D-447D-8030-3C3A15617F57}" dt="2025-12-10T16:25:31.519" v="137" actId="1076"/>
          <ac:spMkLst>
            <pc:docMk/>
            <pc:sldMk cId="2918831011" sldId="259"/>
            <ac:spMk id="257" creationId="{2B792ED0-C216-6305-DB88-1DD85215C01E}"/>
          </ac:spMkLst>
        </pc:spChg>
        <pc:spChg chg="add mod">
          <ac:chgData name="Rose Scott" userId="d89812fd-b5c9-4aa3-b865-3267ee36b762" providerId="ADAL" clId="{ABE0B975-946D-447D-8030-3C3A15617F57}" dt="2025-12-10T16:25:07.707" v="134" actId="20577"/>
          <ac:spMkLst>
            <pc:docMk/>
            <pc:sldMk cId="2918831011" sldId="259"/>
            <ac:spMk id="264" creationId="{2F57787D-5E7F-031D-7650-3804A19EF2EF}"/>
          </ac:spMkLst>
        </pc:spChg>
        <pc:cxnChg chg="mod">
          <ac:chgData name="Rose Scott" userId="d89812fd-b5c9-4aa3-b865-3267ee36b762" providerId="ADAL" clId="{ABE0B975-946D-447D-8030-3C3A15617F57}" dt="2025-12-10T16:25:35.005" v="138" actId="1076"/>
          <ac:cxnSpMkLst>
            <pc:docMk/>
            <pc:sldMk cId="2918831011" sldId="259"/>
            <ac:cxnSpMk id="167" creationId="{91B6AE2B-5172-8DFE-8274-73139A962D1E}"/>
          </ac:cxnSpMkLst>
        </pc:cxnChg>
        <pc:cxnChg chg="mod">
          <ac:chgData name="Rose Scott" userId="d89812fd-b5c9-4aa3-b865-3267ee36b762" providerId="ADAL" clId="{ABE0B975-946D-447D-8030-3C3A15617F57}" dt="2025-12-10T16:25:37.039" v="139" actId="1076"/>
          <ac:cxnSpMkLst>
            <pc:docMk/>
            <pc:sldMk cId="2918831011" sldId="259"/>
            <ac:cxnSpMk id="169" creationId="{30697AB2-8B55-CE97-8B5F-0BF3050AD719}"/>
          </ac:cxnSpMkLst>
        </pc:cxnChg>
        <pc:cxnChg chg="del mod">
          <ac:chgData name="Rose Scott" userId="d89812fd-b5c9-4aa3-b865-3267ee36b762" providerId="ADAL" clId="{ABE0B975-946D-447D-8030-3C3A15617F57}" dt="2025-12-10T16:24:29.500" v="112" actId="478"/>
          <ac:cxnSpMkLst>
            <pc:docMk/>
            <pc:sldMk cId="2918831011" sldId="259"/>
            <ac:cxnSpMk id="199" creationId="{69D24426-CE35-D16E-3039-A82C76E776D9}"/>
          </ac:cxnSpMkLst>
        </pc:cxnChg>
        <pc:cxnChg chg="mod">
          <ac:chgData name="Rose Scott" userId="d89812fd-b5c9-4aa3-b865-3267ee36b762" providerId="ADAL" clId="{ABE0B975-946D-447D-8030-3C3A15617F57}" dt="2025-12-10T16:24:55.330" v="117" actId="1076"/>
          <ac:cxnSpMkLst>
            <pc:docMk/>
            <pc:sldMk cId="2918831011" sldId="259"/>
            <ac:cxnSpMk id="216" creationId="{123A84C5-E837-61D5-4362-C338F0B65819}"/>
          </ac:cxnSpMkLst>
        </pc:cxnChg>
        <pc:cxnChg chg="mod">
          <ac:chgData name="Rose Scott" userId="d89812fd-b5c9-4aa3-b865-3267ee36b762" providerId="ADAL" clId="{ABE0B975-946D-447D-8030-3C3A15617F57}" dt="2025-12-10T16:25:37.039" v="139" actId="1076"/>
          <ac:cxnSpMkLst>
            <pc:docMk/>
            <pc:sldMk cId="2918831011" sldId="259"/>
            <ac:cxnSpMk id="250" creationId="{84E570C2-F850-734E-0963-13C85372C2AA}"/>
          </ac:cxnSpMkLst>
        </pc:cxnChg>
        <pc:cxnChg chg="add mod">
          <ac:chgData name="Rose Scott" userId="d89812fd-b5c9-4aa3-b865-3267ee36b762" providerId="ADAL" clId="{ABE0B975-946D-447D-8030-3C3A15617F57}" dt="2025-12-10T16:25:31.519" v="137" actId="1076"/>
          <ac:cxnSpMkLst>
            <pc:docMk/>
            <pc:sldMk cId="2918831011" sldId="259"/>
            <ac:cxnSpMk id="259" creationId="{BDCC8600-B509-89C7-5868-6FC9DF5A9BF3}"/>
          </ac:cxnSpMkLst>
        </pc:cxnChg>
        <pc:cxnChg chg="add mod">
          <ac:chgData name="Rose Scott" userId="d89812fd-b5c9-4aa3-b865-3267ee36b762" providerId="ADAL" clId="{ABE0B975-946D-447D-8030-3C3A15617F57}" dt="2025-12-10T16:25:31.519" v="137" actId="1076"/>
          <ac:cxnSpMkLst>
            <pc:docMk/>
            <pc:sldMk cId="2918831011" sldId="259"/>
            <ac:cxnSpMk id="262" creationId="{294CDEAC-C347-9682-1FAE-663EB562EC24}"/>
          </ac:cxnSpMkLst>
        </pc:cxnChg>
        <pc:cxnChg chg="add mod">
          <ac:chgData name="Rose Scott" userId="d89812fd-b5c9-4aa3-b865-3267ee36b762" providerId="ADAL" clId="{ABE0B975-946D-447D-8030-3C3A15617F57}" dt="2025-12-10T16:25:17.945" v="136" actId="33986"/>
          <ac:cxnSpMkLst>
            <pc:docMk/>
            <pc:sldMk cId="2918831011" sldId="259"/>
            <ac:cxnSpMk id="266" creationId="{33659F59-30AA-7998-175F-47CF93745C6D}"/>
          </ac:cxnSpMkLst>
        </pc:cxnChg>
        <pc:cxnChg chg="add mod">
          <ac:chgData name="Rose Scott" userId="d89812fd-b5c9-4aa3-b865-3267ee36b762" providerId="ADAL" clId="{ABE0B975-946D-447D-8030-3C3A15617F57}" dt="2025-12-10T16:25:57.908" v="144" actId="33986"/>
          <ac:cxnSpMkLst>
            <pc:docMk/>
            <pc:sldMk cId="2918831011" sldId="259"/>
            <ac:cxnSpMk id="274" creationId="{FBA5114C-E96E-614D-E990-2260D71866F9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542AC-F08B-477F-9E7B-DEB8C31BFA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01D7D5-98F2-E802-2390-AEA31FD1ED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E1360-DE89-28C6-BAF8-859CF9992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4B722-5BF4-4BF4-A323-F8C95A5C2FFD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1AF4C0-66B0-AF5C-5B01-0F36BA3A1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85B005-96A5-DCA7-2FA4-0579B1314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FE26D-6B40-4B97-AC5B-EFDE185A83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536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1B5D2-4FBA-8E5B-95E1-CFC9D5BB2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FCF7F-1D86-B6BD-243A-8E0326F279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7A901-DE06-374A-59DD-79B7ACBD7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4B722-5BF4-4BF4-A323-F8C95A5C2FFD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FF3A1-58EB-EBEA-C8C6-99F59525D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200BE-66D9-B376-32F3-2C79AE8F1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FE26D-6B40-4B97-AC5B-EFDE185A83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4430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B7796-3C97-D036-CDDE-2C722DBBC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04485-1AB8-A4E3-D5FD-3D7F67341B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DA570-0F7D-1612-FFBB-58777C41B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4B722-5BF4-4BF4-A323-F8C95A5C2FFD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318E9-C010-94A0-F474-E7D19E340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C5C07-75AD-2787-6064-B40807EA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FE26D-6B40-4B97-AC5B-EFDE185A83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1432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96631-5E06-1BA8-9B85-6E477D467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F0E84-5475-CB77-295B-16A331DF62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D1A8F3-E859-BCD8-452F-3AD653B0F1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ABC4BA-58D2-A7DC-B66E-9DAC873D8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4B722-5BF4-4BF4-A323-F8C95A5C2FFD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EEB339-7294-60DC-40DF-DCC02748D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6D65A3-BAE6-17BC-9CBD-6D834ED52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FE26D-6B40-4B97-AC5B-EFDE185A83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4981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0B5A0-EC81-26B1-084D-E4C45F14A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24E3C4-1563-5B41-C20D-AD3F563C0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E24568-A300-E65F-8BEE-98F6E10A13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4B4F10-27AC-10D2-77A4-BAC300867A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C39692-B4A4-D301-00AF-E59F5E78A0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11C738-0CAD-4B36-3A6D-2E2D85657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4B722-5BF4-4BF4-A323-F8C95A5C2FFD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8A4FAF-E6AA-E682-4CB8-88AE55F7F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D6AC64-59A6-15A4-59B9-0CC2DF796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FE26D-6B40-4B97-AC5B-EFDE185A83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5894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B386F-CCD8-AB86-3AF1-FC078AC71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6793ED-8A4E-4965-8D4B-DC25134CC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4B722-5BF4-4BF4-A323-F8C95A5C2FFD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693C51-EABE-A571-2CAB-2D281E11B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7AEFEB-ABC2-9E91-2072-1B6D71CD6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FE26D-6B40-4B97-AC5B-EFDE185A83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5075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B87883-5544-44BC-E2BC-B313DA8D1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4B722-5BF4-4BF4-A323-F8C95A5C2FFD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FA2F0E-A787-9C69-93A7-1169079EC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93786-B579-07DF-33F9-3BB3B9D1B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FE26D-6B40-4B97-AC5B-EFDE185A83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1611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4E855-CD51-4AFB-F01D-E77D1C130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F3C4C-0D6F-7731-4129-675D29DB49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FB8E0C-D5A3-8FBE-1144-A8B010A95A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D10927-56B8-2338-31DD-C55542F4B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4B722-5BF4-4BF4-A323-F8C95A5C2FFD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330C5-6EA5-2554-8D0B-77356D6C2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C5CC0F-2C78-088C-9AD2-BF5CA4987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FE26D-6B40-4B97-AC5B-EFDE185A83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5113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717F4-78C2-7448-2FE5-CB7FF84A4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1BC7EF-270C-B668-C289-58DB5D36C5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7F0D5B-9908-6D3B-AA74-B30291F74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95138B-8011-ECE4-912B-2E2B69BF5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4B722-5BF4-4BF4-A323-F8C95A5C2FFD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D60E7D-DABD-B0A5-B41E-AE348F86E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A4ECAE-4D1A-BF72-5905-850ADD385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FE26D-6B40-4B97-AC5B-EFDE185A83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3361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D0AC5-A935-0CFF-5C2A-22F78B95B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2CCCAF-4755-811F-2610-7FEDE19E54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D092A-1647-B0DD-5F5D-E7C2E3163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4B722-5BF4-4BF4-A323-F8C95A5C2FFD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F62A7-FFDC-240F-9CB8-2CC4A38B7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75A78-3647-F53A-603A-BB5C2C332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FE26D-6B40-4B97-AC5B-EFDE185A83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9123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C50C21-6BBD-B52B-6E36-9AE44E34DB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28060C-ABB7-CAF7-4E2C-D548F95677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FB431-539C-B8E2-F7AA-2C75305C8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4B722-5BF4-4BF4-A323-F8C95A5C2FFD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6DC75-6F33-C226-71D5-067F0A25D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A9563-859B-C048-6431-F46D4B831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FE26D-6B40-4B97-AC5B-EFDE185A83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3230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430C4B-CE32-B55C-5334-57F3E25B8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789A1-D6AF-1425-06F6-E1E0910D30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2D9A2-0814-75D3-422E-1AACE94C60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D4B722-5BF4-4BF4-A323-F8C95A5C2FFD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755BE-AF92-A26B-81D5-F03997E454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5D061-7B9A-D866-289F-3B431B826E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0FE26D-6B40-4B97-AC5B-EFDE185A83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4115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5E5EAF-9BE8-4DB3-4183-C629445FB3DB}"/>
              </a:ext>
            </a:extLst>
          </p:cNvPr>
          <p:cNvSpPr txBox="1"/>
          <p:nvPr/>
        </p:nvSpPr>
        <p:spPr>
          <a:xfrm>
            <a:off x="4355592" y="2459504"/>
            <a:ext cx="348081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This slide is intentionally left blank!</a:t>
            </a:r>
          </a:p>
        </p:txBody>
      </p:sp>
    </p:spTree>
    <p:extLst>
      <p:ext uri="{BB962C8B-B14F-4D97-AF65-F5344CB8AC3E}">
        <p14:creationId xmlns:p14="http://schemas.microsoft.com/office/powerpoint/2010/main" val="750221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Data 4">
            <a:extLst>
              <a:ext uri="{FF2B5EF4-FFF2-40B4-BE49-F238E27FC236}">
                <a16:creationId xmlns:a16="http://schemas.microsoft.com/office/drawing/2014/main" id="{8CD3DE33-0CF4-F773-0D93-BF0B01D8CC56}"/>
              </a:ext>
            </a:extLst>
          </p:cNvPr>
          <p:cNvSpPr/>
          <p:nvPr/>
        </p:nvSpPr>
        <p:spPr>
          <a:xfrm>
            <a:off x="442415" y="2100072"/>
            <a:ext cx="2414016" cy="786384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Show Options</a:t>
            </a:r>
          </a:p>
        </p:txBody>
      </p:sp>
      <p:sp>
        <p:nvSpPr>
          <p:cNvPr id="8" name="Flowchart: Data 7">
            <a:extLst>
              <a:ext uri="{FF2B5EF4-FFF2-40B4-BE49-F238E27FC236}">
                <a16:creationId xmlns:a16="http://schemas.microsoft.com/office/drawing/2014/main" id="{B3F07544-FF5A-C914-2FF5-322E8BA4D6A5}"/>
              </a:ext>
            </a:extLst>
          </p:cNvPr>
          <p:cNvSpPr/>
          <p:nvPr/>
        </p:nvSpPr>
        <p:spPr>
          <a:xfrm>
            <a:off x="442415" y="3252216"/>
            <a:ext cx="2414016" cy="786384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User selects drink</a:t>
            </a:r>
          </a:p>
        </p:txBody>
      </p:sp>
      <p:sp>
        <p:nvSpPr>
          <p:cNvPr id="9" name="Flowchart: Data 8">
            <a:extLst>
              <a:ext uri="{FF2B5EF4-FFF2-40B4-BE49-F238E27FC236}">
                <a16:creationId xmlns:a16="http://schemas.microsoft.com/office/drawing/2014/main" id="{6025E3FC-AEC1-177F-D5E2-1367180EF908}"/>
              </a:ext>
            </a:extLst>
          </p:cNvPr>
          <p:cNvSpPr/>
          <p:nvPr/>
        </p:nvSpPr>
        <p:spPr>
          <a:xfrm>
            <a:off x="442415" y="6013704"/>
            <a:ext cx="2414016" cy="786384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Show additive Options</a:t>
            </a:r>
          </a:p>
        </p:txBody>
      </p:sp>
      <p:sp>
        <p:nvSpPr>
          <p:cNvPr id="12" name="Flowchart: Data 11">
            <a:extLst>
              <a:ext uri="{FF2B5EF4-FFF2-40B4-BE49-F238E27FC236}">
                <a16:creationId xmlns:a16="http://schemas.microsoft.com/office/drawing/2014/main" id="{5D9648AD-66A1-AD3F-A85F-67FFA8913DA1}"/>
              </a:ext>
            </a:extLst>
          </p:cNvPr>
          <p:cNvSpPr/>
          <p:nvPr/>
        </p:nvSpPr>
        <p:spPr>
          <a:xfrm>
            <a:off x="3172357" y="5660136"/>
            <a:ext cx="2414016" cy="786384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User selects additives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FF7F233-DA55-C6F7-A5E6-F0907746C7CB}"/>
              </a:ext>
            </a:extLst>
          </p:cNvPr>
          <p:cNvCxnSpPr>
            <a:cxnSpLocks/>
            <a:stCxn id="9" idx="5"/>
            <a:endCxn id="12" idx="2"/>
          </p:cNvCxnSpPr>
          <p:nvPr/>
        </p:nvCxnSpPr>
        <p:spPr>
          <a:xfrm flipV="1">
            <a:off x="2615029" y="6053328"/>
            <a:ext cx="798730" cy="3535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lowchart: Process 19">
            <a:extLst>
              <a:ext uri="{FF2B5EF4-FFF2-40B4-BE49-F238E27FC236}">
                <a16:creationId xmlns:a16="http://schemas.microsoft.com/office/drawing/2014/main" id="{9C858F2D-17C3-B4B4-6CA8-CF39677F0BF2}"/>
              </a:ext>
            </a:extLst>
          </p:cNvPr>
          <p:cNvSpPr/>
          <p:nvPr/>
        </p:nvSpPr>
        <p:spPr>
          <a:xfrm>
            <a:off x="980391" y="4404360"/>
            <a:ext cx="1490468" cy="1243584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Saves Drink Choice temporarily</a:t>
            </a:r>
          </a:p>
        </p:txBody>
      </p:sp>
      <p:sp>
        <p:nvSpPr>
          <p:cNvPr id="34" name="Flowchart: Predefined Process 33">
            <a:extLst>
              <a:ext uri="{FF2B5EF4-FFF2-40B4-BE49-F238E27FC236}">
                <a16:creationId xmlns:a16="http://schemas.microsoft.com/office/drawing/2014/main" id="{E4D7E7DA-B189-DE9B-22D6-A4797FC1647C}"/>
              </a:ext>
            </a:extLst>
          </p:cNvPr>
          <p:cNvSpPr/>
          <p:nvPr/>
        </p:nvSpPr>
        <p:spPr>
          <a:xfrm>
            <a:off x="271580" y="0"/>
            <a:ext cx="2971797" cy="1353312"/>
          </a:xfrm>
          <a:prstGeom prst="flowChartPredefined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get_drink_choice</a:t>
            </a:r>
            <a:endParaRPr lang="en-GB" dirty="0"/>
          </a:p>
        </p:txBody>
      </p:sp>
      <p:sp>
        <p:nvSpPr>
          <p:cNvPr id="37" name="Flowchart: Data 36">
            <a:extLst>
              <a:ext uri="{FF2B5EF4-FFF2-40B4-BE49-F238E27FC236}">
                <a16:creationId xmlns:a16="http://schemas.microsoft.com/office/drawing/2014/main" id="{E3501421-3721-CD8A-A7D2-3925AE720743}"/>
              </a:ext>
            </a:extLst>
          </p:cNvPr>
          <p:cNvSpPr/>
          <p:nvPr/>
        </p:nvSpPr>
        <p:spPr>
          <a:xfrm>
            <a:off x="5314183" y="3252216"/>
            <a:ext cx="2414016" cy="786384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User Confirms Drink</a:t>
            </a:r>
          </a:p>
        </p:txBody>
      </p:sp>
      <p:sp>
        <p:nvSpPr>
          <p:cNvPr id="38" name="Flowchart: Data 37">
            <a:extLst>
              <a:ext uri="{FF2B5EF4-FFF2-40B4-BE49-F238E27FC236}">
                <a16:creationId xmlns:a16="http://schemas.microsoft.com/office/drawing/2014/main" id="{561E5FC7-095C-A47D-882D-526C524D8660}"/>
              </a:ext>
            </a:extLst>
          </p:cNvPr>
          <p:cNvSpPr/>
          <p:nvPr/>
        </p:nvSpPr>
        <p:spPr>
          <a:xfrm>
            <a:off x="5314183" y="4404360"/>
            <a:ext cx="2414016" cy="786384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Shows users Drink choice</a:t>
            </a:r>
          </a:p>
        </p:txBody>
      </p:sp>
      <p:sp>
        <p:nvSpPr>
          <p:cNvPr id="40" name="Flowchart: Process 39">
            <a:extLst>
              <a:ext uri="{FF2B5EF4-FFF2-40B4-BE49-F238E27FC236}">
                <a16:creationId xmlns:a16="http://schemas.microsoft.com/office/drawing/2014/main" id="{6F607F5D-342B-8901-DE6E-853CF3AE1EEA}"/>
              </a:ext>
            </a:extLst>
          </p:cNvPr>
          <p:cNvSpPr/>
          <p:nvPr/>
        </p:nvSpPr>
        <p:spPr>
          <a:xfrm>
            <a:off x="5852159" y="5556504"/>
            <a:ext cx="1490468" cy="1243584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Adds additive options to Saved Drink</a:t>
            </a:r>
          </a:p>
        </p:txBody>
      </p:sp>
      <p:sp>
        <p:nvSpPr>
          <p:cNvPr id="42" name="Flowchart: Off-page Connector 41">
            <a:extLst>
              <a:ext uri="{FF2B5EF4-FFF2-40B4-BE49-F238E27FC236}">
                <a16:creationId xmlns:a16="http://schemas.microsoft.com/office/drawing/2014/main" id="{251B6090-4AD1-A1AF-AB79-C8FFE02C997D}"/>
              </a:ext>
            </a:extLst>
          </p:cNvPr>
          <p:cNvSpPr/>
          <p:nvPr/>
        </p:nvSpPr>
        <p:spPr>
          <a:xfrm>
            <a:off x="5806441" y="1065276"/>
            <a:ext cx="1581904" cy="1761744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Returns users Drink Config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FA99E91-1FCF-319C-51EC-7C93E7E60B23}"/>
              </a:ext>
            </a:extLst>
          </p:cNvPr>
          <p:cNvCxnSpPr>
            <a:stCxn id="5" idx="4"/>
            <a:endCxn id="8" idx="1"/>
          </p:cNvCxnSpPr>
          <p:nvPr/>
        </p:nvCxnSpPr>
        <p:spPr>
          <a:xfrm>
            <a:off x="1649423" y="2886456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81B1C57-0008-976B-6EA2-7B2139F682F2}"/>
              </a:ext>
            </a:extLst>
          </p:cNvPr>
          <p:cNvCxnSpPr>
            <a:stCxn id="8" idx="4"/>
            <a:endCxn id="20" idx="0"/>
          </p:cNvCxnSpPr>
          <p:nvPr/>
        </p:nvCxnSpPr>
        <p:spPr>
          <a:xfrm>
            <a:off x="1649423" y="4038600"/>
            <a:ext cx="76202" cy="365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633EE0D-9F79-350E-CE74-655864673983}"/>
              </a:ext>
            </a:extLst>
          </p:cNvPr>
          <p:cNvCxnSpPr>
            <a:stCxn id="20" idx="2"/>
            <a:endCxn id="9" idx="1"/>
          </p:cNvCxnSpPr>
          <p:nvPr/>
        </p:nvCxnSpPr>
        <p:spPr>
          <a:xfrm flipH="1">
            <a:off x="1649423" y="5647944"/>
            <a:ext cx="76202" cy="365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F05C0F2-79C7-08EF-B023-24C954913A07}"/>
              </a:ext>
            </a:extLst>
          </p:cNvPr>
          <p:cNvCxnSpPr>
            <a:stCxn id="9" idx="5"/>
            <a:endCxn id="12" idx="2"/>
          </p:cNvCxnSpPr>
          <p:nvPr/>
        </p:nvCxnSpPr>
        <p:spPr>
          <a:xfrm flipV="1">
            <a:off x="2615029" y="6053328"/>
            <a:ext cx="798730" cy="3535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2FC9BB5-8CF7-E3EF-E6C8-514F9017835C}"/>
              </a:ext>
            </a:extLst>
          </p:cNvPr>
          <p:cNvCxnSpPr>
            <a:stCxn id="12" idx="5"/>
            <a:endCxn id="40" idx="1"/>
          </p:cNvCxnSpPr>
          <p:nvPr/>
        </p:nvCxnSpPr>
        <p:spPr>
          <a:xfrm>
            <a:off x="5344971" y="6053328"/>
            <a:ext cx="507188" cy="124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8D48974-5F2A-82B4-1367-453B82A81448}"/>
              </a:ext>
            </a:extLst>
          </p:cNvPr>
          <p:cNvCxnSpPr>
            <a:stCxn id="40" idx="0"/>
            <a:endCxn id="38" idx="4"/>
          </p:cNvCxnSpPr>
          <p:nvPr/>
        </p:nvCxnSpPr>
        <p:spPr>
          <a:xfrm flipH="1" flipV="1">
            <a:off x="6521191" y="5190744"/>
            <a:ext cx="76202" cy="365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EE577BB2-EBC5-6FDA-39AD-2836F9DAF587}"/>
              </a:ext>
            </a:extLst>
          </p:cNvPr>
          <p:cNvCxnSpPr>
            <a:stCxn id="38" idx="1"/>
            <a:endCxn id="37" idx="4"/>
          </p:cNvCxnSpPr>
          <p:nvPr/>
        </p:nvCxnSpPr>
        <p:spPr>
          <a:xfrm flipV="1">
            <a:off x="6521191" y="4038600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7B2380A-9671-0BE3-A690-F73B39822B4D}"/>
              </a:ext>
            </a:extLst>
          </p:cNvPr>
          <p:cNvCxnSpPr>
            <a:stCxn id="37" idx="1"/>
            <a:endCxn id="42" idx="2"/>
          </p:cNvCxnSpPr>
          <p:nvPr/>
        </p:nvCxnSpPr>
        <p:spPr>
          <a:xfrm flipV="1">
            <a:off x="6521191" y="2827020"/>
            <a:ext cx="76202" cy="425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Flowchart: Terminator 69">
            <a:extLst>
              <a:ext uri="{FF2B5EF4-FFF2-40B4-BE49-F238E27FC236}">
                <a16:creationId xmlns:a16="http://schemas.microsoft.com/office/drawing/2014/main" id="{247E5767-B02A-4634-0476-A7F9ADB078CF}"/>
              </a:ext>
            </a:extLst>
          </p:cNvPr>
          <p:cNvSpPr/>
          <p:nvPr/>
        </p:nvSpPr>
        <p:spPr>
          <a:xfrm>
            <a:off x="875387" y="1505712"/>
            <a:ext cx="1764181" cy="45720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Start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CE6E708-39E7-626D-055E-F417F51C649C}"/>
              </a:ext>
            </a:extLst>
          </p:cNvPr>
          <p:cNvCxnSpPr>
            <a:stCxn id="34" idx="2"/>
            <a:endCxn id="70" idx="0"/>
          </p:cNvCxnSpPr>
          <p:nvPr/>
        </p:nvCxnSpPr>
        <p:spPr>
          <a:xfrm flipH="1">
            <a:off x="1757478" y="1353312"/>
            <a:ext cx="1" cy="152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BC702ABC-B46E-05CF-A555-B5FAF062AE60}"/>
              </a:ext>
            </a:extLst>
          </p:cNvPr>
          <p:cNvCxnSpPr>
            <a:stCxn id="70" idx="2"/>
            <a:endCxn id="5" idx="1"/>
          </p:cNvCxnSpPr>
          <p:nvPr/>
        </p:nvCxnSpPr>
        <p:spPr>
          <a:xfrm flipH="1">
            <a:off x="1649423" y="1962912"/>
            <a:ext cx="108055" cy="1371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Flowchart: Terminator 77">
            <a:extLst>
              <a:ext uri="{FF2B5EF4-FFF2-40B4-BE49-F238E27FC236}">
                <a16:creationId xmlns:a16="http://schemas.microsoft.com/office/drawing/2014/main" id="{E6F3A02D-9BE0-8208-9A78-81CC9C56A00C}"/>
              </a:ext>
            </a:extLst>
          </p:cNvPr>
          <p:cNvSpPr/>
          <p:nvPr/>
        </p:nvSpPr>
        <p:spPr>
          <a:xfrm>
            <a:off x="5715302" y="278892"/>
            <a:ext cx="1764181" cy="45720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End / Stop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49D77D3D-78B3-E25F-1E0D-D0B169D4B2E4}"/>
              </a:ext>
            </a:extLst>
          </p:cNvPr>
          <p:cNvCxnSpPr>
            <a:stCxn id="42" idx="0"/>
            <a:endCxn id="78" idx="2"/>
          </p:cNvCxnSpPr>
          <p:nvPr/>
        </p:nvCxnSpPr>
        <p:spPr>
          <a:xfrm flipV="1">
            <a:off x="6597393" y="736092"/>
            <a:ext cx="0" cy="3291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901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391E9-538E-89B0-42D0-0B18BC550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Data 4">
            <a:extLst>
              <a:ext uri="{FF2B5EF4-FFF2-40B4-BE49-F238E27FC236}">
                <a16:creationId xmlns:a16="http://schemas.microsoft.com/office/drawing/2014/main" id="{0AC7C530-72C2-C670-0FB5-6B5F7A7A1171}"/>
              </a:ext>
            </a:extLst>
          </p:cNvPr>
          <p:cNvSpPr/>
          <p:nvPr/>
        </p:nvSpPr>
        <p:spPr>
          <a:xfrm>
            <a:off x="2103595" y="1802813"/>
            <a:ext cx="2414016" cy="786384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Show how much is needed and a refund option</a:t>
            </a:r>
          </a:p>
        </p:txBody>
      </p:sp>
      <p:sp>
        <p:nvSpPr>
          <p:cNvPr id="8" name="Flowchart: Data 7">
            <a:extLst>
              <a:ext uri="{FF2B5EF4-FFF2-40B4-BE49-F238E27FC236}">
                <a16:creationId xmlns:a16="http://schemas.microsoft.com/office/drawing/2014/main" id="{F9143A62-9C16-CD9B-E502-D387A5DB4342}"/>
              </a:ext>
            </a:extLst>
          </p:cNvPr>
          <p:cNvSpPr/>
          <p:nvPr/>
        </p:nvSpPr>
        <p:spPr>
          <a:xfrm>
            <a:off x="4800470" y="585785"/>
            <a:ext cx="2414016" cy="786384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Dispense inputted money</a:t>
            </a:r>
          </a:p>
        </p:txBody>
      </p:sp>
      <p:sp>
        <p:nvSpPr>
          <p:cNvPr id="9" name="Flowchart: Data 8">
            <a:extLst>
              <a:ext uri="{FF2B5EF4-FFF2-40B4-BE49-F238E27FC236}">
                <a16:creationId xmlns:a16="http://schemas.microsoft.com/office/drawing/2014/main" id="{5E264E2C-FB21-AC81-A41E-5C5D9718F848}"/>
              </a:ext>
            </a:extLst>
          </p:cNvPr>
          <p:cNvSpPr/>
          <p:nvPr/>
        </p:nvSpPr>
        <p:spPr>
          <a:xfrm>
            <a:off x="-420380" y="5504688"/>
            <a:ext cx="2414016" cy="786384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Shows the total cost to user</a:t>
            </a:r>
          </a:p>
        </p:txBody>
      </p:sp>
      <p:sp>
        <p:nvSpPr>
          <p:cNvPr id="20" name="Flowchart: Process 19">
            <a:extLst>
              <a:ext uri="{FF2B5EF4-FFF2-40B4-BE49-F238E27FC236}">
                <a16:creationId xmlns:a16="http://schemas.microsoft.com/office/drawing/2014/main" id="{35632C6B-33E2-F2D6-A0E1-94682BA92AAB}"/>
              </a:ext>
            </a:extLst>
          </p:cNvPr>
          <p:cNvSpPr/>
          <p:nvPr/>
        </p:nvSpPr>
        <p:spPr>
          <a:xfrm>
            <a:off x="73191" y="2037128"/>
            <a:ext cx="1490468" cy="1243584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Gets Users drink config</a:t>
            </a:r>
          </a:p>
        </p:txBody>
      </p:sp>
      <p:sp>
        <p:nvSpPr>
          <p:cNvPr id="34" name="Flowchart: Predefined Process 33">
            <a:extLst>
              <a:ext uri="{FF2B5EF4-FFF2-40B4-BE49-F238E27FC236}">
                <a16:creationId xmlns:a16="http://schemas.microsoft.com/office/drawing/2014/main" id="{E952DDEF-EB9A-58F9-69BF-4007AF8A08CE}"/>
              </a:ext>
            </a:extLst>
          </p:cNvPr>
          <p:cNvSpPr/>
          <p:nvPr/>
        </p:nvSpPr>
        <p:spPr>
          <a:xfrm>
            <a:off x="-2216" y="0"/>
            <a:ext cx="2971797" cy="1353312"/>
          </a:xfrm>
          <a:prstGeom prst="flowChartPredefined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Pay_for_drink</a:t>
            </a:r>
            <a:endParaRPr lang="en-GB" dirty="0"/>
          </a:p>
        </p:txBody>
      </p:sp>
      <p:sp>
        <p:nvSpPr>
          <p:cNvPr id="37" name="Flowchart: Data 36">
            <a:extLst>
              <a:ext uri="{FF2B5EF4-FFF2-40B4-BE49-F238E27FC236}">
                <a16:creationId xmlns:a16="http://schemas.microsoft.com/office/drawing/2014/main" id="{DB006794-3901-5C56-AC87-4AF40A20C0A0}"/>
              </a:ext>
            </a:extLst>
          </p:cNvPr>
          <p:cNvSpPr/>
          <p:nvPr/>
        </p:nvSpPr>
        <p:spPr>
          <a:xfrm>
            <a:off x="4397426" y="3000478"/>
            <a:ext cx="2414016" cy="786384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Display “Input x amount”</a:t>
            </a:r>
          </a:p>
        </p:txBody>
      </p:sp>
      <p:sp>
        <p:nvSpPr>
          <p:cNvPr id="38" name="Flowchart: Data 37">
            <a:extLst>
              <a:ext uri="{FF2B5EF4-FFF2-40B4-BE49-F238E27FC236}">
                <a16:creationId xmlns:a16="http://schemas.microsoft.com/office/drawing/2014/main" id="{DBA8E174-6013-6472-02B0-FAE661F54584}"/>
              </a:ext>
            </a:extLst>
          </p:cNvPr>
          <p:cNvSpPr/>
          <p:nvPr/>
        </p:nvSpPr>
        <p:spPr>
          <a:xfrm>
            <a:off x="1993635" y="5504688"/>
            <a:ext cx="2414016" cy="786384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What payment type?</a:t>
            </a:r>
          </a:p>
        </p:txBody>
      </p:sp>
      <p:sp>
        <p:nvSpPr>
          <p:cNvPr id="40" name="Flowchart: Process 39">
            <a:extLst>
              <a:ext uri="{FF2B5EF4-FFF2-40B4-BE49-F238E27FC236}">
                <a16:creationId xmlns:a16="http://schemas.microsoft.com/office/drawing/2014/main" id="{8F2B4A4D-AE48-0B44-35FA-9294C49A3158}"/>
              </a:ext>
            </a:extLst>
          </p:cNvPr>
          <p:cNvSpPr/>
          <p:nvPr/>
        </p:nvSpPr>
        <p:spPr>
          <a:xfrm>
            <a:off x="33431" y="3809540"/>
            <a:ext cx="1569987" cy="1243584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Looks through the config and adds up the total cost of all the items added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845CC57-BF34-578B-E218-B4DD1B8F6268}"/>
              </a:ext>
            </a:extLst>
          </p:cNvPr>
          <p:cNvCxnSpPr>
            <a:cxnSpLocks/>
            <a:stCxn id="9" idx="5"/>
            <a:endCxn id="38" idx="2"/>
          </p:cNvCxnSpPr>
          <p:nvPr/>
        </p:nvCxnSpPr>
        <p:spPr>
          <a:xfrm>
            <a:off x="1752234" y="5897880"/>
            <a:ext cx="48280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lowchart: Off-page Connector 41">
            <a:extLst>
              <a:ext uri="{FF2B5EF4-FFF2-40B4-BE49-F238E27FC236}">
                <a16:creationId xmlns:a16="http://schemas.microsoft.com/office/drawing/2014/main" id="{E4F549AC-82E7-E9EC-398B-7FA3E9C3D35C}"/>
              </a:ext>
            </a:extLst>
          </p:cNvPr>
          <p:cNvSpPr/>
          <p:nvPr/>
        </p:nvSpPr>
        <p:spPr>
          <a:xfrm>
            <a:off x="10627279" y="434261"/>
            <a:ext cx="1581904" cy="1761744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Returns True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C15F0FD-3183-1374-38F9-ACDC12C4705F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786627" y="5032438"/>
            <a:ext cx="1" cy="4722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D9506D6-EAE7-24EE-EE6F-7063295BEEBA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818425" y="3280712"/>
            <a:ext cx="0" cy="5288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Flowchart: Decision 13">
            <a:extLst>
              <a:ext uri="{FF2B5EF4-FFF2-40B4-BE49-F238E27FC236}">
                <a16:creationId xmlns:a16="http://schemas.microsoft.com/office/drawing/2014/main" id="{B63BF645-8548-8294-35B9-C09250D0B391}"/>
              </a:ext>
            </a:extLst>
          </p:cNvPr>
          <p:cNvSpPr/>
          <p:nvPr/>
        </p:nvSpPr>
        <p:spPr>
          <a:xfrm>
            <a:off x="4662736" y="5272660"/>
            <a:ext cx="1426452" cy="1408935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Cash or Card</a:t>
            </a:r>
          </a:p>
        </p:txBody>
      </p:sp>
      <p:sp>
        <p:nvSpPr>
          <p:cNvPr id="23" name="Flowchart: Manual Operation 22">
            <a:extLst>
              <a:ext uri="{FF2B5EF4-FFF2-40B4-BE49-F238E27FC236}">
                <a16:creationId xmlns:a16="http://schemas.microsoft.com/office/drawing/2014/main" id="{A6D702A2-E620-0646-D525-DD68DF4791DB}"/>
              </a:ext>
            </a:extLst>
          </p:cNvPr>
          <p:cNvSpPr/>
          <p:nvPr/>
        </p:nvSpPr>
        <p:spPr>
          <a:xfrm>
            <a:off x="4663827" y="4327510"/>
            <a:ext cx="1426449" cy="670750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Insert coins</a:t>
            </a:r>
          </a:p>
        </p:txBody>
      </p:sp>
      <p:sp>
        <p:nvSpPr>
          <p:cNvPr id="25" name="Flowchart: Process 24">
            <a:extLst>
              <a:ext uri="{FF2B5EF4-FFF2-40B4-BE49-F238E27FC236}">
                <a16:creationId xmlns:a16="http://schemas.microsoft.com/office/drawing/2014/main" id="{02A02CAD-E274-A759-412F-0848A14D2430}"/>
              </a:ext>
            </a:extLst>
          </p:cNvPr>
          <p:cNvSpPr/>
          <p:nvPr/>
        </p:nvSpPr>
        <p:spPr>
          <a:xfrm>
            <a:off x="2598507" y="4150536"/>
            <a:ext cx="1426449" cy="1045737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Checks coins to see if user has input the correct amount</a:t>
            </a:r>
          </a:p>
        </p:txBody>
      </p:sp>
      <p:sp>
        <p:nvSpPr>
          <p:cNvPr id="29" name="Flowchart: Decision 28">
            <a:extLst>
              <a:ext uri="{FF2B5EF4-FFF2-40B4-BE49-F238E27FC236}">
                <a16:creationId xmlns:a16="http://schemas.microsoft.com/office/drawing/2014/main" id="{E33B1014-ED22-5429-D336-02D95B80C756}"/>
              </a:ext>
            </a:extLst>
          </p:cNvPr>
          <p:cNvSpPr/>
          <p:nvPr/>
        </p:nvSpPr>
        <p:spPr>
          <a:xfrm>
            <a:off x="2598507" y="2823707"/>
            <a:ext cx="1426443" cy="1134360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Correct amount?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0453B67-AE8D-CA73-780E-7B8FBAC33F96}"/>
              </a:ext>
            </a:extLst>
          </p:cNvPr>
          <p:cNvCxnSpPr>
            <a:cxnSpLocks/>
            <a:stCxn id="29" idx="2"/>
            <a:endCxn id="25" idx="0"/>
          </p:cNvCxnSpPr>
          <p:nvPr/>
        </p:nvCxnSpPr>
        <p:spPr>
          <a:xfrm>
            <a:off x="3311729" y="3958067"/>
            <a:ext cx="3" cy="1924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02F7F27-9018-AFC2-A7D1-3BC5B4F80301}"/>
              </a:ext>
            </a:extLst>
          </p:cNvPr>
          <p:cNvSpPr txBox="1"/>
          <p:nvPr/>
        </p:nvSpPr>
        <p:spPr>
          <a:xfrm>
            <a:off x="2089495" y="3076671"/>
            <a:ext cx="589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Yes</a:t>
            </a:r>
          </a:p>
        </p:txBody>
      </p:sp>
      <p:sp>
        <p:nvSpPr>
          <p:cNvPr id="58" name="Flowchart: Decision 57">
            <a:extLst>
              <a:ext uri="{FF2B5EF4-FFF2-40B4-BE49-F238E27FC236}">
                <a16:creationId xmlns:a16="http://schemas.microsoft.com/office/drawing/2014/main" id="{6925095D-37F0-B88F-B952-4F6EBCE55DB4}"/>
              </a:ext>
            </a:extLst>
          </p:cNvPr>
          <p:cNvSpPr/>
          <p:nvPr/>
        </p:nvSpPr>
        <p:spPr>
          <a:xfrm>
            <a:off x="4910383" y="1635676"/>
            <a:ext cx="1390263" cy="1122585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Refund?</a:t>
            </a:r>
          </a:p>
        </p:txBody>
      </p:sp>
      <p:sp>
        <p:nvSpPr>
          <p:cNvPr id="61" name="Flowchart: Off-page Connector 60">
            <a:extLst>
              <a:ext uri="{FF2B5EF4-FFF2-40B4-BE49-F238E27FC236}">
                <a16:creationId xmlns:a16="http://schemas.microsoft.com/office/drawing/2014/main" id="{452A3697-B0EB-520F-3374-4189B11951F1}"/>
              </a:ext>
            </a:extLst>
          </p:cNvPr>
          <p:cNvSpPr/>
          <p:nvPr/>
        </p:nvSpPr>
        <p:spPr>
          <a:xfrm>
            <a:off x="3070776" y="47188"/>
            <a:ext cx="1581904" cy="1761744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Returns False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8D4D58A-C329-8337-CA3A-83E6F6484585}"/>
              </a:ext>
            </a:extLst>
          </p:cNvPr>
          <p:cNvSpPr txBox="1"/>
          <p:nvPr/>
        </p:nvSpPr>
        <p:spPr>
          <a:xfrm>
            <a:off x="5706710" y="1330818"/>
            <a:ext cx="589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Yes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CE1C1B2-2B59-C0FF-875F-D132CA86A1C4}"/>
              </a:ext>
            </a:extLst>
          </p:cNvPr>
          <p:cNvSpPr txBox="1"/>
          <p:nvPr/>
        </p:nvSpPr>
        <p:spPr>
          <a:xfrm>
            <a:off x="3375961" y="2589197"/>
            <a:ext cx="589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</a:t>
            </a:r>
          </a:p>
        </p:txBody>
      </p: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565A77BF-2E56-B0A4-6D4E-64B4325C21C3}"/>
              </a:ext>
            </a:extLst>
          </p:cNvPr>
          <p:cNvCxnSpPr>
            <a:stCxn id="14" idx="0"/>
            <a:endCxn id="23" idx="2"/>
          </p:cNvCxnSpPr>
          <p:nvPr/>
        </p:nvCxnSpPr>
        <p:spPr>
          <a:xfrm flipV="1">
            <a:off x="5375962" y="4998260"/>
            <a:ext cx="1090" cy="274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9D0D6C3B-4A4D-FA32-5749-2794E192F4C1}"/>
              </a:ext>
            </a:extLst>
          </p:cNvPr>
          <p:cNvCxnSpPr>
            <a:stCxn id="23" idx="1"/>
            <a:endCxn id="25" idx="3"/>
          </p:cNvCxnSpPr>
          <p:nvPr/>
        </p:nvCxnSpPr>
        <p:spPr>
          <a:xfrm flipH="1">
            <a:off x="4024956" y="4662885"/>
            <a:ext cx="781516" cy="10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2BB5B3E5-444B-846C-12AD-BAE603A8F345}"/>
              </a:ext>
            </a:extLst>
          </p:cNvPr>
          <p:cNvCxnSpPr>
            <a:stCxn id="25" idx="0"/>
            <a:endCxn id="29" idx="2"/>
          </p:cNvCxnSpPr>
          <p:nvPr/>
        </p:nvCxnSpPr>
        <p:spPr>
          <a:xfrm flipH="1" flipV="1">
            <a:off x="3311729" y="3958067"/>
            <a:ext cx="3" cy="1924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C89DD85A-7D4F-E196-24F6-0F3E610C23FE}"/>
              </a:ext>
            </a:extLst>
          </p:cNvPr>
          <p:cNvCxnSpPr>
            <a:stCxn id="29" idx="0"/>
            <a:endCxn id="5" idx="4"/>
          </p:cNvCxnSpPr>
          <p:nvPr/>
        </p:nvCxnSpPr>
        <p:spPr>
          <a:xfrm flipH="1" flipV="1">
            <a:off x="3310603" y="2589197"/>
            <a:ext cx="1126" cy="2345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3A1FF50D-4C7F-6760-7ED1-C2D0BA6CB74C}"/>
              </a:ext>
            </a:extLst>
          </p:cNvPr>
          <p:cNvCxnSpPr>
            <a:stCxn id="5" idx="5"/>
            <a:endCxn id="58" idx="1"/>
          </p:cNvCxnSpPr>
          <p:nvPr/>
        </p:nvCxnSpPr>
        <p:spPr>
          <a:xfrm>
            <a:off x="4276209" y="2196005"/>
            <a:ext cx="634174" cy="9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B243E4D8-4ADE-5061-265F-EF9A4E5FB4FE}"/>
              </a:ext>
            </a:extLst>
          </p:cNvPr>
          <p:cNvCxnSpPr>
            <a:stCxn id="58" idx="2"/>
            <a:endCxn id="37" idx="1"/>
          </p:cNvCxnSpPr>
          <p:nvPr/>
        </p:nvCxnSpPr>
        <p:spPr>
          <a:xfrm flipH="1">
            <a:off x="5604434" y="2758261"/>
            <a:ext cx="1081" cy="2422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ADEE3632-0F78-3205-1213-FCD75AFBDD54}"/>
              </a:ext>
            </a:extLst>
          </p:cNvPr>
          <p:cNvCxnSpPr>
            <a:stCxn id="37" idx="2"/>
            <a:endCxn id="29" idx="3"/>
          </p:cNvCxnSpPr>
          <p:nvPr/>
        </p:nvCxnSpPr>
        <p:spPr>
          <a:xfrm flipH="1" flipV="1">
            <a:off x="4024950" y="3390887"/>
            <a:ext cx="613878" cy="27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91B6AE2B-5172-8DFE-8274-73139A962D1E}"/>
              </a:ext>
            </a:extLst>
          </p:cNvPr>
          <p:cNvCxnSpPr>
            <a:stCxn id="58" idx="0"/>
            <a:endCxn id="8" idx="3"/>
          </p:cNvCxnSpPr>
          <p:nvPr/>
        </p:nvCxnSpPr>
        <p:spPr>
          <a:xfrm flipV="1">
            <a:off x="5605515" y="1372169"/>
            <a:ext cx="160561" cy="2635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30697AB2-8B55-CE97-8B5F-0BF3050AD719}"/>
              </a:ext>
            </a:extLst>
          </p:cNvPr>
          <p:cNvCxnSpPr>
            <a:stCxn id="8" idx="2"/>
            <a:endCxn id="61" idx="3"/>
          </p:cNvCxnSpPr>
          <p:nvPr/>
        </p:nvCxnSpPr>
        <p:spPr>
          <a:xfrm flipH="1" flipV="1">
            <a:off x="4652680" y="928060"/>
            <a:ext cx="389192" cy="509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TextBox 183">
            <a:extLst>
              <a:ext uri="{FF2B5EF4-FFF2-40B4-BE49-F238E27FC236}">
                <a16:creationId xmlns:a16="http://schemas.microsoft.com/office/drawing/2014/main" id="{B13AC27D-3E41-1254-0105-57671456DE82}"/>
              </a:ext>
            </a:extLst>
          </p:cNvPr>
          <p:cNvSpPr txBox="1"/>
          <p:nvPr/>
        </p:nvSpPr>
        <p:spPr>
          <a:xfrm>
            <a:off x="5825352" y="2642274"/>
            <a:ext cx="589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</a:t>
            </a:r>
          </a:p>
        </p:txBody>
      </p: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F76C183F-E4F8-C391-FE48-42B980212CCC}"/>
              </a:ext>
            </a:extLst>
          </p:cNvPr>
          <p:cNvCxnSpPr>
            <a:cxnSpLocks/>
          </p:cNvCxnSpPr>
          <p:nvPr/>
        </p:nvCxnSpPr>
        <p:spPr>
          <a:xfrm flipV="1">
            <a:off x="3305999" y="1375344"/>
            <a:ext cx="7304096" cy="537292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D4AC0F76-4B5C-80C0-B3C2-4E56AE307F7E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2630305" y="3414811"/>
            <a:ext cx="707492" cy="3357385"/>
          </a:xfrm>
          <a:prstGeom prst="bentConnector4">
            <a:avLst>
              <a:gd name="adj1" fmla="val -85302"/>
              <a:gd name="adj2" fmla="val 93853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7" name="Flowchart: Manual Operation 196">
            <a:extLst>
              <a:ext uri="{FF2B5EF4-FFF2-40B4-BE49-F238E27FC236}">
                <a16:creationId xmlns:a16="http://schemas.microsoft.com/office/drawing/2014/main" id="{0AE139FC-AD11-D4BA-363D-4C6F7A27C4C9}"/>
              </a:ext>
            </a:extLst>
          </p:cNvPr>
          <p:cNvSpPr/>
          <p:nvPr/>
        </p:nvSpPr>
        <p:spPr>
          <a:xfrm>
            <a:off x="6487967" y="5713443"/>
            <a:ext cx="1426449" cy="670750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Tap or insert card</a:t>
            </a:r>
          </a:p>
        </p:txBody>
      </p: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276BEF6A-8790-4165-E5F9-8E478010F31A}"/>
              </a:ext>
            </a:extLst>
          </p:cNvPr>
          <p:cNvCxnSpPr>
            <a:stCxn id="20" idx="2"/>
            <a:endCxn id="40" idx="0"/>
          </p:cNvCxnSpPr>
          <p:nvPr/>
        </p:nvCxnSpPr>
        <p:spPr>
          <a:xfrm>
            <a:off x="818425" y="3280712"/>
            <a:ext cx="0" cy="5288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C348FF26-DE0D-57BD-6F1E-D160DED7015D}"/>
              </a:ext>
            </a:extLst>
          </p:cNvPr>
          <p:cNvCxnSpPr>
            <a:cxnSpLocks/>
            <a:stCxn id="40" idx="2"/>
            <a:endCxn id="9" idx="1"/>
          </p:cNvCxnSpPr>
          <p:nvPr/>
        </p:nvCxnSpPr>
        <p:spPr>
          <a:xfrm flipH="1">
            <a:off x="786628" y="5053124"/>
            <a:ext cx="31797" cy="4515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2EC606EA-853B-0391-6E1D-DAA2C68CCED1}"/>
              </a:ext>
            </a:extLst>
          </p:cNvPr>
          <p:cNvCxnSpPr>
            <a:stCxn id="9" idx="5"/>
            <a:endCxn id="38" idx="2"/>
          </p:cNvCxnSpPr>
          <p:nvPr/>
        </p:nvCxnSpPr>
        <p:spPr>
          <a:xfrm>
            <a:off x="1752234" y="5897880"/>
            <a:ext cx="4828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8BDA934E-5B1E-B346-5CC0-EA42F21CA074}"/>
              </a:ext>
            </a:extLst>
          </p:cNvPr>
          <p:cNvCxnSpPr>
            <a:cxnSpLocks/>
            <a:stCxn id="38" idx="5"/>
            <a:endCxn id="14" idx="1"/>
          </p:cNvCxnSpPr>
          <p:nvPr/>
        </p:nvCxnSpPr>
        <p:spPr>
          <a:xfrm>
            <a:off x="4166249" y="5897880"/>
            <a:ext cx="496487" cy="7924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" name="Flowchart: Process 209">
            <a:extLst>
              <a:ext uri="{FF2B5EF4-FFF2-40B4-BE49-F238E27FC236}">
                <a16:creationId xmlns:a16="http://schemas.microsoft.com/office/drawing/2014/main" id="{90BC88BC-809B-8B57-3031-C69933AE1FA1}"/>
              </a:ext>
            </a:extLst>
          </p:cNvPr>
          <p:cNvSpPr/>
          <p:nvPr/>
        </p:nvSpPr>
        <p:spPr>
          <a:xfrm>
            <a:off x="8352125" y="5355335"/>
            <a:ext cx="1569987" cy="1243584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Process payment</a:t>
            </a:r>
          </a:p>
        </p:txBody>
      </p:sp>
      <p:sp>
        <p:nvSpPr>
          <p:cNvPr id="211" name="Flowchart: Decision 210">
            <a:extLst>
              <a:ext uri="{FF2B5EF4-FFF2-40B4-BE49-F238E27FC236}">
                <a16:creationId xmlns:a16="http://schemas.microsoft.com/office/drawing/2014/main" id="{6229BCBD-A8A8-39C3-7118-8CC5C4F6665D}"/>
              </a:ext>
            </a:extLst>
          </p:cNvPr>
          <p:cNvSpPr/>
          <p:nvPr/>
        </p:nvSpPr>
        <p:spPr>
          <a:xfrm>
            <a:off x="10359821" y="4998260"/>
            <a:ext cx="1426452" cy="1408935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Did it go through</a:t>
            </a:r>
          </a:p>
        </p:txBody>
      </p:sp>
      <p:sp>
        <p:nvSpPr>
          <p:cNvPr id="212" name="Flowchart: Data 211">
            <a:extLst>
              <a:ext uri="{FF2B5EF4-FFF2-40B4-BE49-F238E27FC236}">
                <a16:creationId xmlns:a16="http://schemas.microsoft.com/office/drawing/2014/main" id="{0FBBC5D8-C3F6-6F19-E59C-6925A74AF4A6}"/>
              </a:ext>
            </a:extLst>
          </p:cNvPr>
          <p:cNvSpPr/>
          <p:nvPr/>
        </p:nvSpPr>
        <p:spPr>
          <a:xfrm>
            <a:off x="10344126" y="2868145"/>
            <a:ext cx="2414016" cy="786384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Display</a:t>
            </a:r>
          </a:p>
          <a:p>
            <a:pPr algn="ctr"/>
            <a:r>
              <a:rPr lang="en-GB" dirty="0"/>
              <a:t>“Approved”</a:t>
            </a:r>
          </a:p>
        </p:txBody>
      </p: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6EC3977F-4320-FD93-F17E-43B4AFDD20EA}"/>
              </a:ext>
            </a:extLst>
          </p:cNvPr>
          <p:cNvCxnSpPr>
            <a:cxnSpLocks/>
            <a:stCxn id="211" idx="3"/>
            <a:endCxn id="212" idx="4"/>
          </p:cNvCxnSpPr>
          <p:nvPr/>
        </p:nvCxnSpPr>
        <p:spPr>
          <a:xfrm flipH="1" flipV="1">
            <a:off x="11551134" y="3654529"/>
            <a:ext cx="235139" cy="20481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123A84C5-E837-61D5-4362-C338F0B65819}"/>
              </a:ext>
            </a:extLst>
          </p:cNvPr>
          <p:cNvCxnSpPr>
            <a:stCxn id="212" idx="0"/>
            <a:endCxn id="42" idx="2"/>
          </p:cNvCxnSpPr>
          <p:nvPr/>
        </p:nvCxnSpPr>
        <p:spPr>
          <a:xfrm flipH="1" flipV="1">
            <a:off x="11418231" y="2196005"/>
            <a:ext cx="374305" cy="672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7" name="Flowchart: Data 216">
            <a:extLst>
              <a:ext uri="{FF2B5EF4-FFF2-40B4-BE49-F238E27FC236}">
                <a16:creationId xmlns:a16="http://schemas.microsoft.com/office/drawing/2014/main" id="{1A2D003E-2F75-8B13-36C6-F65123439C72}"/>
              </a:ext>
            </a:extLst>
          </p:cNvPr>
          <p:cNvSpPr/>
          <p:nvPr/>
        </p:nvSpPr>
        <p:spPr>
          <a:xfrm>
            <a:off x="7949270" y="4330424"/>
            <a:ext cx="2414016" cy="786384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Display</a:t>
            </a:r>
          </a:p>
          <a:p>
            <a:pPr algn="ctr"/>
            <a:r>
              <a:rPr lang="en-GB" dirty="0"/>
              <a:t>“Declined”</a:t>
            </a:r>
          </a:p>
        </p:txBody>
      </p:sp>
      <p:sp>
        <p:nvSpPr>
          <p:cNvPr id="218" name="Flowchart: Data 217">
            <a:extLst>
              <a:ext uri="{FF2B5EF4-FFF2-40B4-BE49-F238E27FC236}">
                <a16:creationId xmlns:a16="http://schemas.microsoft.com/office/drawing/2014/main" id="{8888E6B9-C6B8-93EA-4EC9-4A22BB9B15DE}"/>
              </a:ext>
            </a:extLst>
          </p:cNvPr>
          <p:cNvSpPr/>
          <p:nvPr/>
        </p:nvSpPr>
        <p:spPr>
          <a:xfrm>
            <a:off x="8075378" y="3219267"/>
            <a:ext cx="2414016" cy="786384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Display</a:t>
            </a:r>
          </a:p>
          <a:p>
            <a:pPr algn="ctr"/>
            <a:r>
              <a:rPr lang="en-GB" dirty="0"/>
              <a:t>Want to cancel order</a:t>
            </a:r>
          </a:p>
        </p:txBody>
      </p: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6B1422AB-0859-F371-19F1-A6157B20086D}"/>
              </a:ext>
            </a:extLst>
          </p:cNvPr>
          <p:cNvCxnSpPr>
            <a:stCxn id="211" idx="0"/>
            <a:endCxn id="217" idx="4"/>
          </p:cNvCxnSpPr>
          <p:nvPr/>
        </p:nvCxnSpPr>
        <p:spPr>
          <a:xfrm flipH="1">
            <a:off x="9156278" y="4998260"/>
            <a:ext cx="1916769" cy="1185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Arrow Connector 221">
            <a:extLst>
              <a:ext uri="{FF2B5EF4-FFF2-40B4-BE49-F238E27FC236}">
                <a16:creationId xmlns:a16="http://schemas.microsoft.com/office/drawing/2014/main" id="{7B7642BA-8ECB-8385-F27C-B776B0455505}"/>
              </a:ext>
            </a:extLst>
          </p:cNvPr>
          <p:cNvCxnSpPr>
            <a:stCxn id="217" idx="0"/>
            <a:endCxn id="218" idx="4"/>
          </p:cNvCxnSpPr>
          <p:nvPr/>
        </p:nvCxnSpPr>
        <p:spPr>
          <a:xfrm flipH="1" flipV="1">
            <a:off x="9282386" y="4005651"/>
            <a:ext cx="115294" cy="3247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Arrow Connector 234">
            <a:extLst>
              <a:ext uri="{FF2B5EF4-FFF2-40B4-BE49-F238E27FC236}">
                <a16:creationId xmlns:a16="http://schemas.microsoft.com/office/drawing/2014/main" id="{F086327A-01E6-C4EF-69B8-6441E541FFB3}"/>
              </a:ext>
            </a:extLst>
          </p:cNvPr>
          <p:cNvCxnSpPr>
            <a:stCxn id="14" idx="3"/>
            <a:endCxn id="197" idx="1"/>
          </p:cNvCxnSpPr>
          <p:nvPr/>
        </p:nvCxnSpPr>
        <p:spPr>
          <a:xfrm>
            <a:off x="6089188" y="5977128"/>
            <a:ext cx="541424" cy="716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Arrow Connector 236">
            <a:extLst>
              <a:ext uri="{FF2B5EF4-FFF2-40B4-BE49-F238E27FC236}">
                <a16:creationId xmlns:a16="http://schemas.microsoft.com/office/drawing/2014/main" id="{17BD87CD-C210-B1D5-97E9-A4344A968264}"/>
              </a:ext>
            </a:extLst>
          </p:cNvPr>
          <p:cNvCxnSpPr>
            <a:stCxn id="197" idx="3"/>
            <a:endCxn id="210" idx="1"/>
          </p:cNvCxnSpPr>
          <p:nvPr/>
        </p:nvCxnSpPr>
        <p:spPr>
          <a:xfrm flipV="1">
            <a:off x="7771771" y="5977127"/>
            <a:ext cx="580354" cy="716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ED63D70B-D797-C5A6-BF46-D36BEAAFDA49}"/>
              </a:ext>
            </a:extLst>
          </p:cNvPr>
          <p:cNvCxnSpPr>
            <a:cxnSpLocks/>
            <a:stCxn id="210" idx="3"/>
            <a:endCxn id="211" idx="1"/>
          </p:cNvCxnSpPr>
          <p:nvPr/>
        </p:nvCxnSpPr>
        <p:spPr>
          <a:xfrm flipV="1">
            <a:off x="9922112" y="5702728"/>
            <a:ext cx="437709" cy="274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3" name="TextBox 242">
            <a:extLst>
              <a:ext uri="{FF2B5EF4-FFF2-40B4-BE49-F238E27FC236}">
                <a16:creationId xmlns:a16="http://schemas.microsoft.com/office/drawing/2014/main" id="{292499D5-AA6B-C5D6-56BD-0B6B3ED95EAD}"/>
              </a:ext>
            </a:extLst>
          </p:cNvPr>
          <p:cNvSpPr txBox="1"/>
          <p:nvPr/>
        </p:nvSpPr>
        <p:spPr>
          <a:xfrm>
            <a:off x="10239618" y="4998260"/>
            <a:ext cx="589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</a:t>
            </a: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D00DC81D-00CC-4E6D-444E-E7BA040025C0}"/>
              </a:ext>
            </a:extLst>
          </p:cNvPr>
          <p:cNvSpPr txBox="1"/>
          <p:nvPr/>
        </p:nvSpPr>
        <p:spPr>
          <a:xfrm>
            <a:off x="11682875" y="4899231"/>
            <a:ext cx="589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Yes</a:t>
            </a:r>
          </a:p>
        </p:txBody>
      </p:sp>
      <p:sp>
        <p:nvSpPr>
          <p:cNvPr id="246" name="Flowchart: Decision 245">
            <a:extLst>
              <a:ext uri="{FF2B5EF4-FFF2-40B4-BE49-F238E27FC236}">
                <a16:creationId xmlns:a16="http://schemas.microsoft.com/office/drawing/2014/main" id="{D41B7E8D-177F-CC01-70C1-AEE8A4FBE24A}"/>
              </a:ext>
            </a:extLst>
          </p:cNvPr>
          <p:cNvSpPr/>
          <p:nvPr/>
        </p:nvSpPr>
        <p:spPr>
          <a:xfrm>
            <a:off x="8527436" y="1558331"/>
            <a:ext cx="1426452" cy="1408935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Cancel?</a:t>
            </a:r>
          </a:p>
        </p:txBody>
      </p:sp>
      <p:cxnSp>
        <p:nvCxnSpPr>
          <p:cNvPr id="248" name="Straight Arrow Connector 247">
            <a:extLst>
              <a:ext uri="{FF2B5EF4-FFF2-40B4-BE49-F238E27FC236}">
                <a16:creationId xmlns:a16="http://schemas.microsoft.com/office/drawing/2014/main" id="{57B67331-48D2-FAA8-3157-2C80BBBDC061}"/>
              </a:ext>
            </a:extLst>
          </p:cNvPr>
          <p:cNvCxnSpPr>
            <a:stCxn id="218" idx="1"/>
            <a:endCxn id="246" idx="2"/>
          </p:cNvCxnSpPr>
          <p:nvPr/>
        </p:nvCxnSpPr>
        <p:spPr>
          <a:xfrm flipH="1" flipV="1">
            <a:off x="9240662" y="2967266"/>
            <a:ext cx="41724" cy="2520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Arrow Connector 249">
            <a:extLst>
              <a:ext uri="{FF2B5EF4-FFF2-40B4-BE49-F238E27FC236}">
                <a16:creationId xmlns:a16="http://schemas.microsoft.com/office/drawing/2014/main" id="{84E570C2-F850-734E-0963-13C85372C2AA}"/>
              </a:ext>
            </a:extLst>
          </p:cNvPr>
          <p:cNvCxnSpPr>
            <a:stCxn id="246" idx="0"/>
            <a:endCxn id="61" idx="3"/>
          </p:cNvCxnSpPr>
          <p:nvPr/>
        </p:nvCxnSpPr>
        <p:spPr>
          <a:xfrm rot="16200000" flipV="1">
            <a:off x="6631536" y="-1050795"/>
            <a:ext cx="630271" cy="458798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53" name="TextBox 252">
            <a:extLst>
              <a:ext uri="{FF2B5EF4-FFF2-40B4-BE49-F238E27FC236}">
                <a16:creationId xmlns:a16="http://schemas.microsoft.com/office/drawing/2014/main" id="{90FEE46E-CB98-A25E-C709-C49309104E6E}"/>
              </a:ext>
            </a:extLst>
          </p:cNvPr>
          <p:cNvSpPr txBox="1"/>
          <p:nvPr/>
        </p:nvSpPr>
        <p:spPr>
          <a:xfrm>
            <a:off x="9207709" y="1282370"/>
            <a:ext cx="589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Yes</a:t>
            </a:r>
          </a:p>
        </p:txBody>
      </p:sp>
      <p:cxnSp>
        <p:nvCxnSpPr>
          <p:cNvPr id="255" name="Straight Arrow Connector 254">
            <a:extLst>
              <a:ext uri="{FF2B5EF4-FFF2-40B4-BE49-F238E27FC236}">
                <a16:creationId xmlns:a16="http://schemas.microsoft.com/office/drawing/2014/main" id="{5A5D5318-E721-1A22-5B1C-BC5A0824B655}"/>
              </a:ext>
            </a:extLst>
          </p:cNvPr>
          <p:cNvCxnSpPr>
            <a:stCxn id="246" idx="1"/>
          </p:cNvCxnSpPr>
          <p:nvPr/>
        </p:nvCxnSpPr>
        <p:spPr>
          <a:xfrm flipH="1">
            <a:off x="5706710" y="2262799"/>
            <a:ext cx="2820726" cy="33333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6" name="TextBox 255">
            <a:extLst>
              <a:ext uri="{FF2B5EF4-FFF2-40B4-BE49-F238E27FC236}">
                <a16:creationId xmlns:a16="http://schemas.microsoft.com/office/drawing/2014/main" id="{CB0EB0D1-ED65-55D2-B77A-51C021A7A5F6}"/>
              </a:ext>
            </a:extLst>
          </p:cNvPr>
          <p:cNvSpPr txBox="1"/>
          <p:nvPr/>
        </p:nvSpPr>
        <p:spPr>
          <a:xfrm>
            <a:off x="8274918" y="2377099"/>
            <a:ext cx="589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</a:t>
            </a:r>
          </a:p>
        </p:txBody>
      </p:sp>
      <p:sp>
        <p:nvSpPr>
          <p:cNvPr id="257" name="Flowchart: Terminator 256">
            <a:extLst>
              <a:ext uri="{FF2B5EF4-FFF2-40B4-BE49-F238E27FC236}">
                <a16:creationId xmlns:a16="http://schemas.microsoft.com/office/drawing/2014/main" id="{2B792ED0-C216-6305-DB88-1DD85215C01E}"/>
              </a:ext>
            </a:extLst>
          </p:cNvPr>
          <p:cNvSpPr/>
          <p:nvPr/>
        </p:nvSpPr>
        <p:spPr>
          <a:xfrm>
            <a:off x="485186" y="1466620"/>
            <a:ext cx="1764181" cy="45720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Start</a:t>
            </a:r>
          </a:p>
        </p:txBody>
      </p:sp>
      <p:cxnSp>
        <p:nvCxnSpPr>
          <p:cNvPr id="259" name="Straight Arrow Connector 258">
            <a:extLst>
              <a:ext uri="{FF2B5EF4-FFF2-40B4-BE49-F238E27FC236}">
                <a16:creationId xmlns:a16="http://schemas.microsoft.com/office/drawing/2014/main" id="{BDCC8600-B509-89C7-5868-6FC9DF5A9BF3}"/>
              </a:ext>
            </a:extLst>
          </p:cNvPr>
          <p:cNvCxnSpPr>
            <a:stCxn id="34" idx="2"/>
            <a:endCxn id="257" idx="0"/>
          </p:cNvCxnSpPr>
          <p:nvPr/>
        </p:nvCxnSpPr>
        <p:spPr>
          <a:xfrm flipH="1">
            <a:off x="1367277" y="1353312"/>
            <a:ext cx="116406" cy="1133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261">
            <a:extLst>
              <a:ext uri="{FF2B5EF4-FFF2-40B4-BE49-F238E27FC236}">
                <a16:creationId xmlns:a16="http://schemas.microsoft.com/office/drawing/2014/main" id="{294CDEAC-C347-9682-1FAE-663EB562EC24}"/>
              </a:ext>
            </a:extLst>
          </p:cNvPr>
          <p:cNvCxnSpPr>
            <a:stCxn id="257" idx="2"/>
            <a:endCxn id="20" idx="0"/>
          </p:cNvCxnSpPr>
          <p:nvPr/>
        </p:nvCxnSpPr>
        <p:spPr>
          <a:xfrm flipH="1">
            <a:off x="818425" y="1923820"/>
            <a:ext cx="548852" cy="1133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64" name="Flowchart: Terminator 263">
            <a:extLst>
              <a:ext uri="{FF2B5EF4-FFF2-40B4-BE49-F238E27FC236}">
                <a16:creationId xmlns:a16="http://schemas.microsoft.com/office/drawing/2014/main" id="{2F57787D-5E7F-031D-7650-3804A19EF2EF}"/>
              </a:ext>
            </a:extLst>
          </p:cNvPr>
          <p:cNvSpPr/>
          <p:nvPr/>
        </p:nvSpPr>
        <p:spPr>
          <a:xfrm>
            <a:off x="8255027" y="138056"/>
            <a:ext cx="1764181" cy="45720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End / Stop</a:t>
            </a:r>
          </a:p>
        </p:txBody>
      </p:sp>
      <p:cxnSp>
        <p:nvCxnSpPr>
          <p:cNvPr id="266" name="Straight Arrow Connector 265">
            <a:extLst>
              <a:ext uri="{FF2B5EF4-FFF2-40B4-BE49-F238E27FC236}">
                <a16:creationId xmlns:a16="http://schemas.microsoft.com/office/drawing/2014/main" id="{33659F59-30AA-7998-175F-47CF93745C6D}"/>
              </a:ext>
            </a:extLst>
          </p:cNvPr>
          <p:cNvCxnSpPr>
            <a:stCxn id="42" idx="0"/>
            <a:endCxn id="264" idx="3"/>
          </p:cNvCxnSpPr>
          <p:nvPr/>
        </p:nvCxnSpPr>
        <p:spPr>
          <a:xfrm rot="16200000" flipV="1">
            <a:off x="10684918" y="-299053"/>
            <a:ext cx="67605" cy="139902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Arrow Connector 273">
            <a:extLst>
              <a:ext uri="{FF2B5EF4-FFF2-40B4-BE49-F238E27FC236}">
                <a16:creationId xmlns:a16="http://schemas.microsoft.com/office/drawing/2014/main" id="{FBA5114C-E96E-614D-E990-2260D71866F9}"/>
              </a:ext>
            </a:extLst>
          </p:cNvPr>
          <p:cNvCxnSpPr>
            <a:stCxn id="61" idx="0"/>
            <a:endCxn id="264" idx="1"/>
          </p:cNvCxnSpPr>
          <p:nvPr/>
        </p:nvCxnSpPr>
        <p:spPr>
          <a:xfrm>
            <a:off x="3861728" y="47188"/>
            <a:ext cx="4393299" cy="319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8831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162</Words>
  <Application>Microsoft Office PowerPoint</Application>
  <PresentationFormat>Widescreen</PresentationFormat>
  <Paragraphs>48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Rose Scott</dc:creator>
  <cp:lastModifiedBy>Rose Scott</cp:lastModifiedBy>
  <cp:revision>1</cp:revision>
  <dcterms:created xsi:type="dcterms:W3CDTF">2025-12-10T14:22:57Z</dcterms:created>
  <dcterms:modified xsi:type="dcterms:W3CDTF">2025-12-10T16:25:59Z</dcterms:modified>
</cp:coreProperties>
</file>