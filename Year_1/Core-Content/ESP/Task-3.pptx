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Scott" userId="d89812fd-b5c9-4aa3-b865-3267ee36b762" providerId="ADAL" clId="{ABE0B975-946D-447D-8030-3C3A15617F57}"/>
    <pc:docChg chg="undo custSel addSld delSld modSld sldOrd">
      <pc:chgData name="Rose Scott" userId="d89812fd-b5c9-4aa3-b865-3267ee36b762" providerId="ADAL" clId="{ABE0B975-946D-447D-8030-3C3A15617F57}" dt="2026-02-11T14:59:04.682" v="1723" actId="1076"/>
      <pc:docMkLst>
        <pc:docMk/>
      </pc:docMkLst>
      <pc:sldChg chg="addSp delSp modSp mod">
        <pc:chgData name="Rose Scott" userId="d89812fd-b5c9-4aa3-b865-3267ee36b762" providerId="ADAL" clId="{ABE0B975-946D-447D-8030-3C3A15617F57}" dt="2026-02-11T14:59:04.682" v="1723" actId="1076"/>
        <pc:sldMkLst>
          <pc:docMk/>
          <pc:sldMk cId="192699002" sldId="257"/>
        </pc:sldMkLst>
        <pc:spChg chg="mod">
          <ac:chgData name="Rose Scott" userId="d89812fd-b5c9-4aa3-b865-3267ee36b762" providerId="ADAL" clId="{ABE0B975-946D-447D-8030-3C3A15617F57}" dt="2026-01-16T12:07:09.546" v="621" actId="207"/>
          <ac:spMkLst>
            <pc:docMk/>
            <pc:sldMk cId="192699002" sldId="257"/>
            <ac:spMk id="4" creationId="{953F13DD-F42F-0BFB-3B24-28E42E378518}"/>
          </ac:spMkLst>
        </pc:spChg>
        <pc:spChg chg="mod">
          <ac:chgData name="Rose Scott" userId="d89812fd-b5c9-4aa3-b865-3267ee36b762" providerId="ADAL" clId="{ABE0B975-946D-447D-8030-3C3A15617F57}" dt="2026-01-16T12:06:52.918" v="613" actId="13822"/>
          <ac:spMkLst>
            <pc:docMk/>
            <pc:sldMk cId="192699002" sldId="257"/>
            <ac:spMk id="5" creationId="{1F068DE5-6C8A-18FD-3397-9F34A1AA89C8}"/>
          </ac:spMkLst>
        </pc:spChg>
        <pc:spChg chg="mod">
          <ac:chgData name="Rose Scott" userId="d89812fd-b5c9-4aa3-b865-3267ee36b762" providerId="ADAL" clId="{ABE0B975-946D-447D-8030-3C3A15617F57}" dt="2026-01-16T12:06:54.110" v="614" actId="13822"/>
          <ac:spMkLst>
            <pc:docMk/>
            <pc:sldMk cId="192699002" sldId="257"/>
            <ac:spMk id="6" creationId="{AC3E3CE2-2241-52AD-3733-36584AF5ACCA}"/>
          </ac:spMkLst>
        </pc:spChg>
        <pc:spChg chg="mod">
          <ac:chgData name="Rose Scott" userId="d89812fd-b5c9-4aa3-b865-3267ee36b762" providerId="ADAL" clId="{ABE0B975-946D-447D-8030-3C3A15617F57}" dt="2026-01-16T12:06:55.785" v="615" actId="13822"/>
          <ac:spMkLst>
            <pc:docMk/>
            <pc:sldMk cId="192699002" sldId="257"/>
            <ac:spMk id="7" creationId="{09C04E6E-0EA0-8A43-EDCD-342DB23C6A55}"/>
          </ac:spMkLst>
        </pc:spChg>
        <pc:spChg chg="mod">
          <ac:chgData name="Rose Scott" userId="d89812fd-b5c9-4aa3-b865-3267ee36b762" providerId="ADAL" clId="{ABE0B975-946D-447D-8030-3C3A15617F57}" dt="2026-01-16T12:06:58.938" v="617" actId="13822"/>
          <ac:spMkLst>
            <pc:docMk/>
            <pc:sldMk cId="192699002" sldId="257"/>
            <ac:spMk id="8" creationId="{03B3B42E-B1FD-9679-25AD-60D5CE036A23}"/>
          </ac:spMkLst>
        </pc:spChg>
        <pc:spChg chg="mod">
          <ac:chgData name="Rose Scott" userId="d89812fd-b5c9-4aa3-b865-3267ee36b762" providerId="ADAL" clId="{ABE0B975-946D-447D-8030-3C3A15617F57}" dt="2026-01-16T12:08:45.100" v="677" actId="404"/>
          <ac:spMkLst>
            <pc:docMk/>
            <pc:sldMk cId="192699002" sldId="257"/>
            <ac:spMk id="9" creationId="{258FF450-9033-2069-AB05-587F800CCEBF}"/>
          </ac:spMkLst>
        </pc:spChg>
        <pc:spChg chg="add mod">
          <ac:chgData name="Rose Scott" userId="d89812fd-b5c9-4aa3-b865-3267ee36b762" providerId="ADAL" clId="{ABE0B975-946D-447D-8030-3C3A15617F57}" dt="2026-01-16T12:06:57.520" v="616" actId="13822"/>
          <ac:spMkLst>
            <pc:docMk/>
            <pc:sldMk cId="192699002" sldId="257"/>
            <ac:spMk id="11" creationId="{8984ED8F-7C26-F384-FA3D-D21CB519DA27}"/>
          </ac:spMkLst>
        </pc:spChg>
        <pc:spChg chg="add mod">
          <ac:chgData name="Rose Scott" userId="d89812fd-b5c9-4aa3-b865-3267ee36b762" providerId="ADAL" clId="{ABE0B975-946D-447D-8030-3C3A15617F57}" dt="2026-01-16T12:07:02.970" v="619" actId="13822"/>
          <ac:spMkLst>
            <pc:docMk/>
            <pc:sldMk cId="192699002" sldId="257"/>
            <ac:spMk id="12" creationId="{6DEBF8E9-A225-0304-5BB9-5E6DA8C41C71}"/>
          </ac:spMkLst>
        </pc:spChg>
        <pc:spChg chg="add mod">
          <ac:chgData name="Rose Scott" userId="d89812fd-b5c9-4aa3-b865-3267ee36b762" providerId="ADAL" clId="{ABE0B975-946D-447D-8030-3C3A15617F57}" dt="2026-01-16T12:07:04.388" v="620" actId="13822"/>
          <ac:spMkLst>
            <pc:docMk/>
            <pc:sldMk cId="192699002" sldId="257"/>
            <ac:spMk id="13" creationId="{1F9607B9-6CAF-EE94-C635-A458EA2A14B2}"/>
          </ac:spMkLst>
        </pc:spChg>
        <pc:spChg chg="add mod">
          <ac:chgData name="Rose Scott" userId="d89812fd-b5c9-4aa3-b865-3267ee36b762" providerId="ADAL" clId="{ABE0B975-946D-447D-8030-3C3A15617F57}" dt="2026-01-16T12:07:10.909" v="622" actId="207"/>
          <ac:spMkLst>
            <pc:docMk/>
            <pc:sldMk cId="192699002" sldId="257"/>
            <ac:spMk id="14" creationId="{4C43FB99-E3B3-A533-80CF-FAFD3439D0EC}"/>
          </ac:spMkLst>
        </pc:spChg>
        <pc:spChg chg="add mod">
          <ac:chgData name="Rose Scott" userId="d89812fd-b5c9-4aa3-b865-3267ee36b762" providerId="ADAL" clId="{ABE0B975-946D-447D-8030-3C3A15617F57}" dt="2026-02-11T14:59:04.682" v="1723" actId="1076"/>
          <ac:spMkLst>
            <pc:docMk/>
            <pc:sldMk cId="192699002" sldId="257"/>
            <ac:spMk id="36" creationId="{2150EC9B-9EF1-D4CA-DE7C-9F8341AA91FF}"/>
          </ac:spMkLst>
        </pc:spChg>
      </pc:sldChg>
      <pc:sldChg chg="addSp delSp modSp new mod">
        <pc:chgData name="Rose Scott" userId="d89812fd-b5c9-4aa3-b865-3267ee36b762" providerId="ADAL" clId="{ABE0B975-946D-447D-8030-3C3A15617F57}" dt="2026-01-16T12:19:18.042" v="956" actId="20577"/>
        <pc:sldMkLst>
          <pc:docMk/>
          <pc:sldMk cId="2921673" sldId="258"/>
        </pc:sldMkLst>
        <pc:spChg chg="mod">
          <ac:chgData name="Rose Scott" userId="d89812fd-b5c9-4aa3-b865-3267ee36b762" providerId="ADAL" clId="{ABE0B975-946D-447D-8030-3C3A15617F57}" dt="2026-01-16T11:53:24.983" v="271" actId="1076"/>
          <ac:spMkLst>
            <pc:docMk/>
            <pc:sldMk cId="2921673" sldId="258"/>
            <ac:spMk id="2" creationId="{A1212512-DD16-9C34-4B28-91891D2EC422}"/>
          </ac:spMkLst>
        </pc:spChg>
        <pc:spChg chg="add mod">
          <ac:chgData name="Rose Scott" userId="d89812fd-b5c9-4aa3-b865-3267ee36b762" providerId="ADAL" clId="{ABE0B975-946D-447D-8030-3C3A15617F57}" dt="2026-01-16T12:06:34.122" v="606" actId="207"/>
          <ac:spMkLst>
            <pc:docMk/>
            <pc:sldMk cId="2921673" sldId="258"/>
            <ac:spMk id="4" creationId="{E4552868-333F-EBBB-7E51-370030B35607}"/>
          </ac:spMkLst>
        </pc:spChg>
        <pc:spChg chg="add mod">
          <ac:chgData name="Rose Scott" userId="d89812fd-b5c9-4aa3-b865-3267ee36b762" providerId="ADAL" clId="{ABE0B975-946D-447D-8030-3C3A15617F57}" dt="2026-01-16T12:06:37.637" v="608" actId="13822"/>
          <ac:spMkLst>
            <pc:docMk/>
            <pc:sldMk cId="2921673" sldId="258"/>
            <ac:spMk id="6" creationId="{B8B1903B-C427-B416-C17A-5A124892E92D}"/>
          </ac:spMkLst>
        </pc:spChg>
        <pc:spChg chg="add mod">
          <ac:chgData name="Rose Scott" userId="d89812fd-b5c9-4aa3-b865-3267ee36b762" providerId="ADAL" clId="{ABE0B975-946D-447D-8030-3C3A15617F57}" dt="2026-01-16T12:06:39.036" v="609" actId="13822"/>
          <ac:spMkLst>
            <pc:docMk/>
            <pc:sldMk cId="2921673" sldId="258"/>
            <ac:spMk id="8" creationId="{4DA7CB29-F7DF-595B-3CC9-457982C0B934}"/>
          </ac:spMkLst>
        </pc:spChg>
        <pc:spChg chg="add mod">
          <ac:chgData name="Rose Scott" userId="d89812fd-b5c9-4aa3-b865-3267ee36b762" providerId="ADAL" clId="{ABE0B975-946D-447D-8030-3C3A15617F57}" dt="2026-01-16T12:19:13.322" v="946" actId="20577"/>
          <ac:spMkLst>
            <pc:docMk/>
            <pc:sldMk cId="2921673" sldId="258"/>
            <ac:spMk id="9" creationId="{E5176181-F05B-A542-C396-E475C1962FBA}"/>
          </ac:spMkLst>
        </pc:spChg>
        <pc:spChg chg="add mod">
          <ac:chgData name="Rose Scott" userId="d89812fd-b5c9-4aa3-b865-3267ee36b762" providerId="ADAL" clId="{ABE0B975-946D-447D-8030-3C3A15617F57}" dt="2026-01-16T12:06:45.382" v="612" actId="207"/>
          <ac:spMkLst>
            <pc:docMk/>
            <pc:sldMk cId="2921673" sldId="258"/>
            <ac:spMk id="10" creationId="{29D1E921-42FD-A54E-0CEF-CB91F1ABF0FA}"/>
          </ac:spMkLst>
        </pc:spChg>
        <pc:spChg chg="add mod">
          <ac:chgData name="Rose Scott" userId="d89812fd-b5c9-4aa3-b865-3267ee36b762" providerId="ADAL" clId="{ABE0B975-946D-447D-8030-3C3A15617F57}" dt="2026-01-16T12:19:18.042" v="956" actId="20577"/>
          <ac:spMkLst>
            <pc:docMk/>
            <pc:sldMk cId="2921673" sldId="258"/>
            <ac:spMk id="11" creationId="{6CD9BAA3-2617-A02C-CC98-F748295909B5}"/>
          </ac:spMkLst>
        </pc:spChg>
        <pc:spChg chg="add mod">
          <ac:chgData name="Rose Scott" userId="d89812fd-b5c9-4aa3-b865-3267ee36b762" providerId="ADAL" clId="{ABE0B975-946D-447D-8030-3C3A15617F57}" dt="2026-01-16T12:02:46.685" v="489" actId="1076"/>
          <ac:spMkLst>
            <pc:docMk/>
            <pc:sldMk cId="2921673" sldId="258"/>
            <ac:spMk id="14" creationId="{65C02A6B-6A42-18C9-EDD5-CA2C3C7C5A06}"/>
          </ac:spMkLst>
        </pc:spChg>
        <pc:spChg chg="add mod">
          <ac:chgData name="Rose Scott" userId="d89812fd-b5c9-4aa3-b865-3267ee36b762" providerId="ADAL" clId="{ABE0B975-946D-447D-8030-3C3A15617F57}" dt="2026-01-16T12:02:56.248" v="495" actId="20577"/>
          <ac:spMkLst>
            <pc:docMk/>
            <pc:sldMk cId="2921673" sldId="258"/>
            <ac:spMk id="15" creationId="{AEE1956D-5FE3-F127-6B8B-25619073EC21}"/>
          </ac:spMkLst>
        </pc:spChg>
        <pc:spChg chg="add mod">
          <ac:chgData name="Rose Scott" userId="d89812fd-b5c9-4aa3-b865-3267ee36b762" providerId="ADAL" clId="{ABE0B975-946D-447D-8030-3C3A15617F57}" dt="2026-01-16T12:06:40.273" v="610" actId="13822"/>
          <ac:spMkLst>
            <pc:docMk/>
            <pc:sldMk cId="2921673" sldId="258"/>
            <ac:spMk id="26" creationId="{85BF9F03-3F80-EF68-9DEB-3E9708DB737E}"/>
          </ac:spMkLst>
        </pc:spChg>
        <pc:cxnChg chg="add">
          <ac:chgData name="Rose Scott" userId="d89812fd-b5c9-4aa3-b865-3267ee36b762" providerId="ADAL" clId="{ABE0B975-946D-447D-8030-3C3A15617F57}" dt="2026-01-16T12:03:07.186" v="496" actId="11529"/>
          <ac:cxnSpMkLst>
            <pc:docMk/>
            <pc:sldMk cId="2921673" sldId="258"/>
            <ac:cxnSpMk id="17" creationId="{87860255-30D4-2EA8-CF19-7385B096BC27}"/>
          </ac:cxnSpMkLst>
        </pc:cxnChg>
        <pc:cxnChg chg="add">
          <ac:chgData name="Rose Scott" userId="d89812fd-b5c9-4aa3-b865-3267ee36b762" providerId="ADAL" clId="{ABE0B975-946D-447D-8030-3C3A15617F57}" dt="2026-01-16T12:03:15.933" v="497" actId="11529"/>
          <ac:cxnSpMkLst>
            <pc:docMk/>
            <pc:sldMk cId="2921673" sldId="258"/>
            <ac:cxnSpMk id="19" creationId="{B19FF717-4156-CFDF-3D8D-07DDBF8C7B67}"/>
          </ac:cxnSpMkLst>
        </pc:cxnChg>
        <pc:cxnChg chg="add">
          <ac:chgData name="Rose Scott" userId="d89812fd-b5c9-4aa3-b865-3267ee36b762" providerId="ADAL" clId="{ABE0B975-946D-447D-8030-3C3A15617F57}" dt="2026-01-16T12:03:20.642" v="498" actId="11529"/>
          <ac:cxnSpMkLst>
            <pc:docMk/>
            <pc:sldMk cId="2921673" sldId="258"/>
            <ac:cxnSpMk id="21" creationId="{B7673685-216F-0138-27A7-5CE192DC7258}"/>
          </ac:cxnSpMkLst>
        </pc:cxnChg>
        <pc:cxnChg chg="add">
          <ac:chgData name="Rose Scott" userId="d89812fd-b5c9-4aa3-b865-3267ee36b762" providerId="ADAL" clId="{ABE0B975-946D-447D-8030-3C3A15617F57}" dt="2026-01-16T12:03:27.899" v="499" actId="11529"/>
          <ac:cxnSpMkLst>
            <pc:docMk/>
            <pc:sldMk cId="2921673" sldId="258"/>
            <ac:cxnSpMk id="23" creationId="{877CDF0C-8E32-139F-0576-3D69B98328AE}"/>
          </ac:cxnSpMkLst>
        </pc:cxnChg>
        <pc:cxnChg chg="add">
          <ac:chgData name="Rose Scott" userId="d89812fd-b5c9-4aa3-b865-3267ee36b762" providerId="ADAL" clId="{ABE0B975-946D-447D-8030-3C3A15617F57}" dt="2026-01-16T12:03:31.895" v="500" actId="11529"/>
          <ac:cxnSpMkLst>
            <pc:docMk/>
            <pc:sldMk cId="2921673" sldId="258"/>
            <ac:cxnSpMk id="25" creationId="{28375B38-49C0-FBB8-8E6D-E430649548F6}"/>
          </ac:cxnSpMkLst>
        </pc:cxnChg>
        <pc:cxnChg chg="add mod">
          <ac:chgData name="Rose Scott" userId="d89812fd-b5c9-4aa3-b865-3267ee36b762" providerId="ADAL" clId="{ABE0B975-946D-447D-8030-3C3A15617F57}" dt="2026-01-16T12:04:26.903" v="536" actId="14100"/>
          <ac:cxnSpMkLst>
            <pc:docMk/>
            <pc:sldMk cId="2921673" sldId="258"/>
            <ac:cxnSpMk id="28" creationId="{F95089AB-BBB6-8E96-40E5-F2F1AEC49220}"/>
          </ac:cxnSpMkLst>
        </pc:cxnChg>
        <pc:cxnChg chg="add mod">
          <ac:chgData name="Rose Scott" userId="d89812fd-b5c9-4aa3-b865-3267ee36b762" providerId="ADAL" clId="{ABE0B975-946D-447D-8030-3C3A15617F57}" dt="2026-01-16T12:04:24.663" v="535" actId="1076"/>
          <ac:cxnSpMkLst>
            <pc:docMk/>
            <pc:sldMk cId="2921673" sldId="258"/>
            <ac:cxnSpMk id="30" creationId="{472F97B1-6CB4-BB62-90C3-ADCA648DBEA7}"/>
          </ac:cxnSpMkLst>
        </pc:cxnChg>
      </pc:sldChg>
      <pc:sldChg chg="addSp delSp modSp new mod">
        <pc:chgData name="Rose Scott" userId="d89812fd-b5c9-4aa3-b865-3267ee36b762" providerId="ADAL" clId="{ABE0B975-946D-447D-8030-3C3A15617F57}" dt="2026-01-16T12:09:46.441" v="729" actId="403"/>
        <pc:sldMkLst>
          <pc:docMk/>
          <pc:sldMk cId="303483078" sldId="259"/>
        </pc:sldMkLst>
        <pc:spChg chg="mod">
          <ac:chgData name="Rose Scott" userId="d89812fd-b5c9-4aa3-b865-3267ee36b762" providerId="ADAL" clId="{ABE0B975-946D-447D-8030-3C3A15617F57}" dt="2026-01-16T12:08:55.634" v="683" actId="20577"/>
          <ac:spMkLst>
            <pc:docMk/>
            <pc:sldMk cId="303483078" sldId="259"/>
            <ac:spMk id="2" creationId="{B55621A3-55EB-FF26-EBE8-9D87C20FBA10}"/>
          </ac:spMkLst>
        </pc:spChg>
        <pc:spChg chg="add mod">
          <ac:chgData name="Rose Scott" userId="d89812fd-b5c9-4aa3-b865-3267ee36b762" providerId="ADAL" clId="{ABE0B975-946D-447D-8030-3C3A15617F57}" dt="2026-01-16T12:06:14.390" v="601" actId="207"/>
          <ac:spMkLst>
            <pc:docMk/>
            <pc:sldMk cId="303483078" sldId="259"/>
            <ac:spMk id="4" creationId="{78F37F4B-460D-3A06-E7B7-157FA339BD7E}"/>
          </ac:spMkLst>
        </pc:spChg>
        <pc:spChg chg="add mod">
          <ac:chgData name="Rose Scott" userId="d89812fd-b5c9-4aa3-b865-3267ee36b762" providerId="ADAL" clId="{ABE0B975-946D-447D-8030-3C3A15617F57}" dt="2026-01-16T12:06:25.738" v="605" actId="13822"/>
          <ac:spMkLst>
            <pc:docMk/>
            <pc:sldMk cId="303483078" sldId="259"/>
            <ac:spMk id="5" creationId="{9EC394D6-77FC-C9EA-6F5C-50ADBDA0D58C}"/>
          </ac:spMkLst>
        </pc:spChg>
        <pc:spChg chg="add mod">
          <ac:chgData name="Rose Scott" userId="d89812fd-b5c9-4aa3-b865-3267ee36b762" providerId="ADAL" clId="{ABE0B975-946D-447D-8030-3C3A15617F57}" dt="2026-01-16T12:06:24.468" v="604" actId="13822"/>
          <ac:spMkLst>
            <pc:docMk/>
            <pc:sldMk cId="303483078" sldId="259"/>
            <ac:spMk id="6" creationId="{2F708F11-E16B-A527-2D65-2E594FE3D1A8}"/>
          </ac:spMkLst>
        </pc:spChg>
        <pc:spChg chg="add mod">
          <ac:chgData name="Rose Scott" userId="d89812fd-b5c9-4aa3-b865-3267ee36b762" providerId="ADAL" clId="{ABE0B975-946D-447D-8030-3C3A15617F57}" dt="2026-01-16T12:09:46.441" v="729" actId="403"/>
          <ac:spMkLst>
            <pc:docMk/>
            <pc:sldMk cId="303483078" sldId="259"/>
            <ac:spMk id="7" creationId="{DA9CE7D8-7325-3BB7-C11D-3BA0B0141274}"/>
          </ac:spMkLst>
        </pc:spChg>
        <pc:spChg chg="add mod">
          <ac:chgData name="Rose Scott" userId="d89812fd-b5c9-4aa3-b865-3267ee36b762" providerId="ADAL" clId="{ABE0B975-946D-447D-8030-3C3A15617F57}" dt="2026-01-16T12:06:01.779" v="599" actId="3062"/>
          <ac:spMkLst>
            <pc:docMk/>
            <pc:sldMk cId="303483078" sldId="259"/>
            <ac:spMk id="8" creationId="{92F3DA56-D271-F3A7-BCD3-62C2B84F5735}"/>
          </ac:spMkLst>
        </pc:spChg>
        <pc:spChg chg="add mod">
          <ac:chgData name="Rose Scott" userId="d89812fd-b5c9-4aa3-b865-3267ee36b762" providerId="ADAL" clId="{ABE0B975-946D-447D-8030-3C3A15617F57}" dt="2026-01-16T12:09:33.680" v="714" actId="20577"/>
          <ac:spMkLst>
            <pc:docMk/>
            <pc:sldMk cId="303483078" sldId="259"/>
            <ac:spMk id="9" creationId="{A1D66644-8143-39B8-57D3-FD72F9216520}"/>
          </ac:spMkLst>
        </pc:spChg>
        <pc:spChg chg="add mod">
          <ac:chgData name="Rose Scott" userId="d89812fd-b5c9-4aa3-b865-3267ee36b762" providerId="ADAL" clId="{ABE0B975-946D-447D-8030-3C3A15617F57}" dt="2026-01-16T12:04:44.460" v="538"/>
          <ac:spMkLst>
            <pc:docMk/>
            <pc:sldMk cId="303483078" sldId="259"/>
            <ac:spMk id="10" creationId="{AEEDE660-6E9D-981C-CC0A-7BFD9E16E68F}"/>
          </ac:spMkLst>
        </pc:spChg>
        <pc:spChg chg="add mod">
          <ac:chgData name="Rose Scott" userId="d89812fd-b5c9-4aa3-b865-3267ee36b762" providerId="ADAL" clId="{ABE0B975-946D-447D-8030-3C3A15617F57}" dt="2026-01-16T12:04:44.460" v="538"/>
          <ac:spMkLst>
            <pc:docMk/>
            <pc:sldMk cId="303483078" sldId="259"/>
            <ac:spMk id="11" creationId="{6B81FBE3-8A6E-624F-2130-F7A20828BB53}"/>
          </ac:spMkLst>
        </pc:spChg>
        <pc:spChg chg="add mod">
          <ac:chgData name="Rose Scott" userId="d89812fd-b5c9-4aa3-b865-3267ee36b762" providerId="ADAL" clId="{ABE0B975-946D-447D-8030-3C3A15617F57}" dt="2026-01-16T12:06:08.318" v="600" actId="13822"/>
          <ac:spMkLst>
            <pc:docMk/>
            <pc:sldMk cId="303483078" sldId="259"/>
            <ac:spMk id="17" creationId="{45F922A3-0D41-024A-F33F-CCD27FE7A0D1}"/>
          </ac:spMkLst>
        </pc:spChg>
        <pc:cxnChg chg="add mod">
          <ac:chgData name="Rose Scott" userId="d89812fd-b5c9-4aa3-b865-3267ee36b762" providerId="ADAL" clId="{ABE0B975-946D-447D-8030-3C3A15617F57}" dt="2026-01-16T12:04:44.460" v="538"/>
          <ac:cxnSpMkLst>
            <pc:docMk/>
            <pc:sldMk cId="303483078" sldId="259"/>
            <ac:cxnSpMk id="13" creationId="{D9D0EBB3-3081-46BD-EB8E-CB6A2F8D5F58}"/>
          </ac:cxnSpMkLst>
        </pc:cxnChg>
      </pc:sldChg>
      <pc:sldChg chg="addSp delSp modSp new mod">
        <pc:chgData name="Rose Scott" userId="d89812fd-b5c9-4aa3-b865-3267ee36b762" providerId="ADAL" clId="{ABE0B975-946D-447D-8030-3C3A15617F57}" dt="2026-01-16T12:30:00.702" v="1461" actId="11529"/>
        <pc:sldMkLst>
          <pc:docMk/>
          <pc:sldMk cId="2632763274" sldId="260"/>
        </pc:sldMkLst>
        <pc:spChg chg="mod">
          <ac:chgData name="Rose Scott" userId="d89812fd-b5c9-4aa3-b865-3267ee36b762" providerId="ADAL" clId="{ABE0B975-946D-447D-8030-3C3A15617F57}" dt="2026-01-16T12:19:32.640" v="962" actId="1076"/>
          <ac:spMkLst>
            <pc:docMk/>
            <pc:sldMk cId="2632763274" sldId="260"/>
            <ac:spMk id="2" creationId="{68B107F6-A444-902E-747E-B338D930EF86}"/>
          </ac:spMkLst>
        </pc:spChg>
        <pc:spChg chg="add mod">
          <ac:chgData name="Rose Scott" userId="d89812fd-b5c9-4aa3-b865-3267ee36b762" providerId="ADAL" clId="{ABE0B975-946D-447D-8030-3C3A15617F57}" dt="2026-01-16T12:19:40.012" v="963"/>
          <ac:spMkLst>
            <pc:docMk/>
            <pc:sldMk cId="2632763274" sldId="260"/>
            <ac:spMk id="4" creationId="{6DCBDFF8-14CA-85DB-6128-EDCDE3B3D119}"/>
          </ac:spMkLst>
        </pc:spChg>
        <pc:spChg chg="add mod">
          <ac:chgData name="Rose Scott" userId="d89812fd-b5c9-4aa3-b865-3267ee36b762" providerId="ADAL" clId="{ABE0B975-946D-447D-8030-3C3A15617F57}" dt="2026-01-16T12:24:12.687" v="1201" actId="20577"/>
          <ac:spMkLst>
            <pc:docMk/>
            <pc:sldMk cId="2632763274" sldId="260"/>
            <ac:spMk id="5" creationId="{3CD264C4-8DC2-EF67-8624-9062667F00F6}"/>
          </ac:spMkLst>
        </pc:spChg>
        <pc:spChg chg="add mod">
          <ac:chgData name="Rose Scott" userId="d89812fd-b5c9-4aa3-b865-3267ee36b762" providerId="ADAL" clId="{ABE0B975-946D-447D-8030-3C3A15617F57}" dt="2026-01-16T12:20:33.946" v="1012" actId="1076"/>
          <ac:spMkLst>
            <pc:docMk/>
            <pc:sldMk cId="2632763274" sldId="260"/>
            <ac:spMk id="6" creationId="{1878F8E9-8369-0980-FC6A-E447E79644F6}"/>
          </ac:spMkLst>
        </pc:spChg>
        <pc:spChg chg="add mod">
          <ac:chgData name="Rose Scott" userId="d89812fd-b5c9-4aa3-b865-3267ee36b762" providerId="ADAL" clId="{ABE0B975-946D-447D-8030-3C3A15617F57}" dt="2026-01-16T12:22:56.198" v="1117" actId="1076"/>
          <ac:spMkLst>
            <pc:docMk/>
            <pc:sldMk cId="2632763274" sldId="260"/>
            <ac:spMk id="7" creationId="{4DE23666-9532-141B-543E-D08CCAE462E1}"/>
          </ac:spMkLst>
        </pc:spChg>
        <pc:spChg chg="add mod">
          <ac:chgData name="Rose Scott" userId="d89812fd-b5c9-4aa3-b865-3267ee36b762" providerId="ADAL" clId="{ABE0B975-946D-447D-8030-3C3A15617F57}" dt="2026-01-16T12:20:59.769" v="1048" actId="20577"/>
          <ac:spMkLst>
            <pc:docMk/>
            <pc:sldMk cId="2632763274" sldId="260"/>
            <ac:spMk id="8" creationId="{2BF8E54D-5E81-CEA6-31E2-88335FC86615}"/>
          </ac:spMkLst>
        </pc:spChg>
        <pc:spChg chg="add mod">
          <ac:chgData name="Rose Scott" userId="d89812fd-b5c9-4aa3-b865-3267ee36b762" providerId="ADAL" clId="{ABE0B975-946D-447D-8030-3C3A15617F57}" dt="2026-01-16T12:29:32.724" v="1456" actId="1076"/>
          <ac:spMkLst>
            <pc:docMk/>
            <pc:sldMk cId="2632763274" sldId="260"/>
            <ac:spMk id="11" creationId="{BCA3340B-B507-D9B3-A6AC-369FD1DC1F51}"/>
          </ac:spMkLst>
        </pc:spChg>
        <pc:cxnChg chg="add">
          <ac:chgData name="Rose Scott" userId="d89812fd-b5c9-4aa3-b865-3267ee36b762" providerId="ADAL" clId="{ABE0B975-946D-447D-8030-3C3A15617F57}" dt="2026-01-16T12:29:45.101" v="1457" actId="11529"/>
          <ac:cxnSpMkLst>
            <pc:docMk/>
            <pc:sldMk cId="2632763274" sldId="260"/>
            <ac:cxnSpMk id="13" creationId="{AFFF73CB-A6D8-56A8-0D80-A288EBD49E38}"/>
          </ac:cxnSpMkLst>
        </pc:cxnChg>
        <pc:cxnChg chg="add">
          <ac:chgData name="Rose Scott" userId="d89812fd-b5c9-4aa3-b865-3267ee36b762" providerId="ADAL" clId="{ABE0B975-946D-447D-8030-3C3A15617F57}" dt="2026-01-16T12:29:48.601" v="1458" actId="11529"/>
          <ac:cxnSpMkLst>
            <pc:docMk/>
            <pc:sldMk cId="2632763274" sldId="260"/>
            <ac:cxnSpMk id="15" creationId="{BC8C5AD9-577C-BB67-CA23-4F251096F980}"/>
          </ac:cxnSpMkLst>
        </pc:cxnChg>
        <pc:cxnChg chg="add">
          <ac:chgData name="Rose Scott" userId="d89812fd-b5c9-4aa3-b865-3267ee36b762" providerId="ADAL" clId="{ABE0B975-946D-447D-8030-3C3A15617F57}" dt="2026-01-16T12:29:51.960" v="1459" actId="11529"/>
          <ac:cxnSpMkLst>
            <pc:docMk/>
            <pc:sldMk cId="2632763274" sldId="260"/>
            <ac:cxnSpMk id="17" creationId="{AEBA4EA3-3F90-7429-8D9D-FF5F0BBFCAF8}"/>
          </ac:cxnSpMkLst>
        </pc:cxnChg>
        <pc:cxnChg chg="add">
          <ac:chgData name="Rose Scott" userId="d89812fd-b5c9-4aa3-b865-3267ee36b762" providerId="ADAL" clId="{ABE0B975-946D-447D-8030-3C3A15617F57}" dt="2026-01-16T12:29:56.137" v="1460" actId="11529"/>
          <ac:cxnSpMkLst>
            <pc:docMk/>
            <pc:sldMk cId="2632763274" sldId="260"/>
            <ac:cxnSpMk id="19" creationId="{F51D07C8-27D5-D8FA-F5A7-C20873A003F6}"/>
          </ac:cxnSpMkLst>
        </pc:cxnChg>
        <pc:cxnChg chg="add">
          <ac:chgData name="Rose Scott" userId="d89812fd-b5c9-4aa3-b865-3267ee36b762" providerId="ADAL" clId="{ABE0B975-946D-447D-8030-3C3A15617F57}" dt="2026-01-16T12:30:00.702" v="1461" actId="11529"/>
          <ac:cxnSpMkLst>
            <pc:docMk/>
            <pc:sldMk cId="2632763274" sldId="260"/>
            <ac:cxnSpMk id="21" creationId="{CE238362-1AF7-FDF3-7A19-82DD1ABC557F}"/>
          </ac:cxnSpMkLst>
        </pc:cxnChg>
      </pc:sldChg>
      <pc:sldChg chg="modSp new mod">
        <pc:chgData name="Rose Scott" userId="d89812fd-b5c9-4aa3-b865-3267ee36b762" providerId="ADAL" clId="{ABE0B975-946D-447D-8030-3C3A15617F57}" dt="2026-01-16T12:37:25.492" v="1674" actId="20577"/>
        <pc:sldMkLst>
          <pc:docMk/>
          <pc:sldMk cId="70149716" sldId="261"/>
        </pc:sldMkLst>
        <pc:spChg chg="mod">
          <ac:chgData name="Rose Scott" userId="d89812fd-b5c9-4aa3-b865-3267ee36b762" providerId="ADAL" clId="{ABE0B975-946D-447D-8030-3C3A15617F57}" dt="2026-01-16T12:37:25.492" v="1674" actId="20577"/>
          <ac:spMkLst>
            <pc:docMk/>
            <pc:sldMk cId="70149716" sldId="261"/>
            <ac:spMk id="3" creationId="{E8A9FF85-F6B7-7AD0-0023-4E2013CD402E}"/>
          </ac:spMkLst>
        </pc:spChg>
      </pc:sldChg>
      <pc:sldChg chg="addSp delSp modSp new mod ord">
        <pc:chgData name="Rose Scott" userId="d89812fd-b5c9-4aa3-b865-3267ee36b762" providerId="ADAL" clId="{ABE0B975-946D-447D-8030-3C3A15617F57}" dt="2026-01-16T12:37:03.712" v="1608" actId="11529"/>
        <pc:sldMkLst>
          <pc:docMk/>
          <pc:sldMk cId="1116170001" sldId="262"/>
        </pc:sldMkLst>
        <pc:spChg chg="mod">
          <ac:chgData name="Rose Scott" userId="d89812fd-b5c9-4aa3-b865-3267ee36b762" providerId="ADAL" clId="{ABE0B975-946D-447D-8030-3C3A15617F57}" dt="2026-01-16T12:30:18.279" v="1466" actId="14100"/>
          <ac:spMkLst>
            <pc:docMk/>
            <pc:sldMk cId="1116170001" sldId="262"/>
            <ac:spMk id="2" creationId="{BC9676FC-1F20-8ACD-B962-CA0DFF2C4125}"/>
          </ac:spMkLst>
        </pc:spChg>
        <pc:spChg chg="add mod">
          <ac:chgData name="Rose Scott" userId="d89812fd-b5c9-4aa3-b865-3267ee36b762" providerId="ADAL" clId="{ABE0B975-946D-447D-8030-3C3A15617F57}" dt="2026-01-16T12:33:02.632" v="1523" actId="1076"/>
          <ac:spMkLst>
            <pc:docMk/>
            <pc:sldMk cId="1116170001" sldId="262"/>
            <ac:spMk id="4" creationId="{DF98483E-FFBC-6E1B-FCD2-260167AE2B2B}"/>
          </ac:spMkLst>
        </pc:spChg>
        <pc:spChg chg="add mod">
          <ac:chgData name="Rose Scott" userId="d89812fd-b5c9-4aa3-b865-3267ee36b762" providerId="ADAL" clId="{ABE0B975-946D-447D-8030-3C3A15617F57}" dt="2026-01-16T12:32:59.919" v="1522" actId="1076"/>
          <ac:spMkLst>
            <pc:docMk/>
            <pc:sldMk cId="1116170001" sldId="262"/>
            <ac:spMk id="5" creationId="{3E828574-612E-E1CB-1D3E-4E6C4D6589EC}"/>
          </ac:spMkLst>
        </pc:spChg>
        <pc:spChg chg="add mod">
          <ac:chgData name="Rose Scott" userId="d89812fd-b5c9-4aa3-b865-3267ee36b762" providerId="ADAL" clId="{ABE0B975-946D-447D-8030-3C3A15617F57}" dt="2026-01-16T12:28:52.839" v="1445"/>
          <ac:spMkLst>
            <pc:docMk/>
            <pc:sldMk cId="1116170001" sldId="262"/>
            <ac:spMk id="6" creationId="{96B334C0-BEC0-4D11-BE2F-891D7AF070B4}"/>
          </ac:spMkLst>
        </pc:spChg>
        <pc:spChg chg="add mod">
          <ac:chgData name="Rose Scott" userId="d89812fd-b5c9-4aa3-b865-3267ee36b762" providerId="ADAL" clId="{ABE0B975-946D-447D-8030-3C3A15617F57}" dt="2026-01-16T12:32:51.351" v="1520" actId="20577"/>
          <ac:spMkLst>
            <pc:docMk/>
            <pc:sldMk cId="1116170001" sldId="262"/>
            <ac:spMk id="8" creationId="{54000E75-2FE6-2945-AC75-C7A7A9294AAD}"/>
          </ac:spMkLst>
        </pc:spChg>
        <pc:spChg chg="add mod">
          <ac:chgData name="Rose Scott" userId="d89812fd-b5c9-4aa3-b865-3267ee36b762" providerId="ADAL" clId="{ABE0B975-946D-447D-8030-3C3A15617F57}" dt="2026-01-16T12:36:14.892" v="1594" actId="20577"/>
          <ac:spMkLst>
            <pc:docMk/>
            <pc:sldMk cId="1116170001" sldId="262"/>
            <ac:spMk id="9" creationId="{A6F5B21B-29BC-E403-E285-D8CC71276F09}"/>
          </ac:spMkLst>
        </pc:spChg>
        <pc:spChg chg="add mod">
          <ac:chgData name="Rose Scott" userId="d89812fd-b5c9-4aa3-b865-3267ee36b762" providerId="ADAL" clId="{ABE0B975-946D-447D-8030-3C3A15617F57}" dt="2026-01-16T12:35:22.502" v="1580" actId="20577"/>
          <ac:spMkLst>
            <pc:docMk/>
            <pc:sldMk cId="1116170001" sldId="262"/>
            <ac:spMk id="10" creationId="{775A401E-F2E4-0464-C804-B6ED58F2C8FA}"/>
          </ac:spMkLst>
        </pc:spChg>
        <pc:spChg chg="add mod">
          <ac:chgData name="Rose Scott" userId="d89812fd-b5c9-4aa3-b865-3267ee36b762" providerId="ADAL" clId="{ABE0B975-946D-447D-8030-3C3A15617F57}" dt="2026-01-16T12:36:56.692" v="1607" actId="20577"/>
          <ac:spMkLst>
            <pc:docMk/>
            <pc:sldMk cId="1116170001" sldId="262"/>
            <ac:spMk id="21" creationId="{0BDBCB63-6345-4A82-98A9-1560FDFA0E28}"/>
          </ac:spMkLst>
        </pc:spChg>
        <pc:cxnChg chg="add">
          <ac:chgData name="Rose Scott" userId="d89812fd-b5c9-4aa3-b865-3267ee36b762" providerId="ADAL" clId="{ABE0B975-946D-447D-8030-3C3A15617F57}" dt="2026-01-16T12:36:26.325" v="1595" actId="11529"/>
          <ac:cxnSpMkLst>
            <pc:docMk/>
            <pc:sldMk cId="1116170001" sldId="262"/>
            <ac:cxnSpMk id="12" creationId="{9326D4D3-8B7D-51C1-6C0F-D7B5611AAFBD}"/>
          </ac:cxnSpMkLst>
        </pc:cxnChg>
        <pc:cxnChg chg="add">
          <ac:chgData name="Rose Scott" userId="d89812fd-b5c9-4aa3-b865-3267ee36b762" providerId="ADAL" clId="{ABE0B975-946D-447D-8030-3C3A15617F57}" dt="2026-01-16T12:36:29.902" v="1596" actId="11529"/>
          <ac:cxnSpMkLst>
            <pc:docMk/>
            <pc:sldMk cId="1116170001" sldId="262"/>
            <ac:cxnSpMk id="14" creationId="{12E14188-54F8-0698-17F7-7E9C9E290948}"/>
          </ac:cxnSpMkLst>
        </pc:cxnChg>
        <pc:cxnChg chg="add">
          <ac:chgData name="Rose Scott" userId="d89812fd-b5c9-4aa3-b865-3267ee36b762" providerId="ADAL" clId="{ABE0B975-946D-447D-8030-3C3A15617F57}" dt="2026-01-16T12:36:32.870" v="1597" actId="11529"/>
          <ac:cxnSpMkLst>
            <pc:docMk/>
            <pc:sldMk cId="1116170001" sldId="262"/>
            <ac:cxnSpMk id="16" creationId="{DD5684F9-0A7E-93B2-A9A7-56EF6A27639C}"/>
          </ac:cxnSpMkLst>
        </pc:cxnChg>
        <pc:cxnChg chg="add">
          <ac:chgData name="Rose Scott" userId="d89812fd-b5c9-4aa3-b865-3267ee36b762" providerId="ADAL" clId="{ABE0B975-946D-447D-8030-3C3A15617F57}" dt="2026-01-16T12:36:36.576" v="1598" actId="11529"/>
          <ac:cxnSpMkLst>
            <pc:docMk/>
            <pc:sldMk cId="1116170001" sldId="262"/>
            <ac:cxnSpMk id="18" creationId="{47B4A640-1831-C88F-D7F3-773ECAD63C10}"/>
          </ac:cxnSpMkLst>
        </pc:cxnChg>
        <pc:cxnChg chg="add">
          <ac:chgData name="Rose Scott" userId="d89812fd-b5c9-4aa3-b865-3267ee36b762" providerId="ADAL" clId="{ABE0B975-946D-447D-8030-3C3A15617F57}" dt="2026-01-16T12:36:39.694" v="1599" actId="11529"/>
          <ac:cxnSpMkLst>
            <pc:docMk/>
            <pc:sldMk cId="1116170001" sldId="262"/>
            <ac:cxnSpMk id="20" creationId="{29D915DE-006D-89EC-9973-A2FACA2A75CA}"/>
          </ac:cxnSpMkLst>
        </pc:cxnChg>
        <pc:cxnChg chg="add">
          <ac:chgData name="Rose Scott" userId="d89812fd-b5c9-4aa3-b865-3267ee36b762" providerId="ADAL" clId="{ABE0B975-946D-447D-8030-3C3A15617F57}" dt="2026-01-16T12:37:03.712" v="1608" actId="11529"/>
          <ac:cxnSpMkLst>
            <pc:docMk/>
            <pc:sldMk cId="1116170001" sldId="262"/>
            <ac:cxnSpMk id="23" creationId="{EE541968-A932-B492-9471-2BBC5F83BEA6}"/>
          </ac:cxnSpMkLst>
        </pc:cxnChg>
      </pc:sldChg>
      <pc:sldChg chg="addSp delSp modSp add mod">
        <pc:chgData name="Rose Scott" userId="d89812fd-b5c9-4aa3-b865-3267ee36b762" providerId="ADAL" clId="{ABE0B975-946D-447D-8030-3C3A15617F57}" dt="2026-01-16T12:15:01.567" v="917" actId="1076"/>
        <pc:sldMkLst>
          <pc:docMk/>
          <pc:sldMk cId="3356847690" sldId="263"/>
        </pc:sldMkLst>
        <pc:spChg chg="mod">
          <ac:chgData name="Rose Scott" userId="d89812fd-b5c9-4aa3-b865-3267ee36b762" providerId="ADAL" clId="{ABE0B975-946D-447D-8030-3C3A15617F57}" dt="2026-01-16T12:12:05.380" v="794" actId="1076"/>
          <ac:spMkLst>
            <pc:docMk/>
            <pc:sldMk cId="3356847690" sldId="263"/>
            <ac:spMk id="2" creationId="{5A57F93A-48B5-4EFA-A701-401A2AF205E6}"/>
          </ac:spMkLst>
        </pc:spChg>
        <pc:spChg chg="mod">
          <ac:chgData name="Rose Scott" userId="d89812fd-b5c9-4aa3-b865-3267ee36b762" providerId="ADAL" clId="{ABE0B975-946D-447D-8030-3C3A15617F57}" dt="2026-01-16T12:11:15.893" v="783" actId="1076"/>
          <ac:spMkLst>
            <pc:docMk/>
            <pc:sldMk cId="3356847690" sldId="263"/>
            <ac:spMk id="5" creationId="{9655DA80-D063-DDD9-A629-2F3F41294CDD}"/>
          </ac:spMkLst>
        </pc:spChg>
        <pc:spChg chg="mod">
          <ac:chgData name="Rose Scott" userId="d89812fd-b5c9-4aa3-b865-3267ee36b762" providerId="ADAL" clId="{ABE0B975-946D-447D-8030-3C3A15617F57}" dt="2026-01-16T12:11:15.893" v="783" actId="1076"/>
          <ac:spMkLst>
            <pc:docMk/>
            <pc:sldMk cId="3356847690" sldId="263"/>
            <ac:spMk id="6" creationId="{40C3091A-7437-C4F7-81F7-5B75737B24F0}"/>
          </ac:spMkLst>
        </pc:spChg>
        <pc:spChg chg="mod">
          <ac:chgData name="Rose Scott" userId="d89812fd-b5c9-4aa3-b865-3267ee36b762" providerId="ADAL" clId="{ABE0B975-946D-447D-8030-3C3A15617F57}" dt="2026-01-16T12:11:15.893" v="783" actId="1076"/>
          <ac:spMkLst>
            <pc:docMk/>
            <pc:sldMk cId="3356847690" sldId="263"/>
            <ac:spMk id="7" creationId="{F8E90F3C-D69E-64D4-2BED-4C574508DD78}"/>
          </ac:spMkLst>
        </pc:spChg>
        <pc:spChg chg="mod">
          <ac:chgData name="Rose Scott" userId="d89812fd-b5c9-4aa3-b865-3267ee36b762" providerId="ADAL" clId="{ABE0B975-946D-447D-8030-3C3A15617F57}" dt="2026-01-16T12:11:15.893" v="783" actId="1076"/>
          <ac:spMkLst>
            <pc:docMk/>
            <pc:sldMk cId="3356847690" sldId="263"/>
            <ac:spMk id="8" creationId="{1DFAAD91-A3D9-DCB1-3E02-0AC078E2885F}"/>
          </ac:spMkLst>
        </pc:spChg>
        <pc:spChg chg="mod">
          <ac:chgData name="Rose Scott" userId="d89812fd-b5c9-4aa3-b865-3267ee36b762" providerId="ADAL" clId="{ABE0B975-946D-447D-8030-3C3A15617F57}" dt="2026-01-16T12:12:50.100" v="835" actId="1076"/>
          <ac:spMkLst>
            <pc:docMk/>
            <pc:sldMk cId="3356847690" sldId="263"/>
            <ac:spMk id="9" creationId="{72DA8529-8B86-83D8-E8A0-1C75E1144839}"/>
          </ac:spMkLst>
        </pc:spChg>
        <pc:spChg chg="mod">
          <ac:chgData name="Rose Scott" userId="d89812fd-b5c9-4aa3-b865-3267ee36b762" providerId="ADAL" clId="{ABE0B975-946D-447D-8030-3C3A15617F57}" dt="2026-01-16T12:11:15.893" v="783" actId="1076"/>
          <ac:spMkLst>
            <pc:docMk/>
            <pc:sldMk cId="3356847690" sldId="263"/>
            <ac:spMk id="10" creationId="{D856443C-D569-BCE0-9011-8CC10B995AE5}"/>
          </ac:spMkLst>
        </pc:spChg>
        <pc:spChg chg="mod">
          <ac:chgData name="Rose Scott" userId="d89812fd-b5c9-4aa3-b865-3267ee36b762" providerId="ADAL" clId="{ABE0B975-946D-447D-8030-3C3A15617F57}" dt="2026-01-16T12:13:02.330" v="838" actId="1076"/>
          <ac:spMkLst>
            <pc:docMk/>
            <pc:sldMk cId="3356847690" sldId="263"/>
            <ac:spMk id="11" creationId="{964F2498-3577-C086-C050-B5682C8F3D66}"/>
          </ac:spMkLst>
        </pc:spChg>
        <pc:spChg chg="mod">
          <ac:chgData name="Rose Scott" userId="d89812fd-b5c9-4aa3-b865-3267ee36b762" providerId="ADAL" clId="{ABE0B975-946D-447D-8030-3C3A15617F57}" dt="2026-01-16T12:11:15.893" v="783" actId="1076"/>
          <ac:spMkLst>
            <pc:docMk/>
            <pc:sldMk cId="3356847690" sldId="263"/>
            <ac:spMk id="17" creationId="{EF640E5A-1DF1-C145-79B5-08521B5E30E8}"/>
          </ac:spMkLst>
        </pc:spChg>
        <pc:spChg chg="add mod">
          <ac:chgData name="Rose Scott" userId="d89812fd-b5c9-4aa3-b865-3267ee36b762" providerId="ADAL" clId="{ABE0B975-946D-447D-8030-3C3A15617F57}" dt="2026-01-16T12:12:57.870" v="837" actId="1076"/>
          <ac:spMkLst>
            <pc:docMk/>
            <pc:sldMk cId="3356847690" sldId="263"/>
            <ac:spMk id="20" creationId="{3C44D96E-AD14-0C46-E873-81ECEC1776A0}"/>
          </ac:spMkLst>
        </pc:spChg>
        <pc:spChg chg="add mod">
          <ac:chgData name="Rose Scott" userId="d89812fd-b5c9-4aa3-b865-3267ee36b762" providerId="ADAL" clId="{ABE0B975-946D-447D-8030-3C3A15617F57}" dt="2026-01-16T12:13:34.761" v="904" actId="404"/>
          <ac:spMkLst>
            <pc:docMk/>
            <pc:sldMk cId="3356847690" sldId="263"/>
            <ac:spMk id="26" creationId="{FB8E6627-F919-D358-C63F-8C8AAD1D637A}"/>
          </ac:spMkLst>
        </pc:spChg>
        <pc:spChg chg="add mod">
          <ac:chgData name="Rose Scott" userId="d89812fd-b5c9-4aa3-b865-3267ee36b762" providerId="ADAL" clId="{ABE0B975-946D-447D-8030-3C3A15617F57}" dt="2026-01-16T12:15:01.567" v="917" actId="1076"/>
          <ac:spMkLst>
            <pc:docMk/>
            <pc:sldMk cId="3356847690" sldId="263"/>
            <ac:spMk id="27" creationId="{BCF140DD-FE68-62B6-5837-A12D88BA553C}"/>
          </ac:spMkLst>
        </pc:spChg>
        <pc:spChg chg="add mod">
          <ac:chgData name="Rose Scott" userId="d89812fd-b5c9-4aa3-b865-3267ee36b762" providerId="ADAL" clId="{ABE0B975-946D-447D-8030-3C3A15617F57}" dt="2026-01-16T12:13:45.644" v="908" actId="1076"/>
          <ac:spMkLst>
            <pc:docMk/>
            <pc:sldMk cId="3356847690" sldId="263"/>
            <ac:spMk id="28" creationId="{DF980F47-0104-EB12-7047-3F35434B28B5}"/>
          </ac:spMkLst>
        </pc:spChg>
        <pc:cxnChg chg="add del mod">
          <ac:chgData name="Rose Scott" userId="d89812fd-b5c9-4aa3-b865-3267ee36b762" providerId="ADAL" clId="{ABE0B975-946D-447D-8030-3C3A15617F57}" dt="2026-01-16T12:11:15.411" v="782" actId="478"/>
          <ac:cxnSpMkLst>
            <pc:docMk/>
            <pc:sldMk cId="3356847690" sldId="263"/>
            <ac:cxnSpMk id="13" creationId="{730C53CC-29FC-35B2-1038-18128DAB2B5E}"/>
          </ac:cxnSpMkLst>
        </pc:cxnChg>
        <pc:cxnChg chg="mod">
          <ac:chgData name="Rose Scott" userId="d89812fd-b5c9-4aa3-b865-3267ee36b762" providerId="ADAL" clId="{ABE0B975-946D-447D-8030-3C3A15617F57}" dt="2026-01-16T12:11:15.893" v="783" actId="1076"/>
          <ac:cxnSpMkLst>
            <pc:docMk/>
            <pc:sldMk cId="3356847690" sldId="263"/>
            <ac:cxnSpMk id="14" creationId="{4611284C-D951-EEC7-990F-C351EC6B9FFD}"/>
          </ac:cxnSpMkLst>
        </pc:cxnChg>
        <pc:cxnChg chg="mod">
          <ac:chgData name="Rose Scott" userId="d89812fd-b5c9-4aa3-b865-3267ee36b762" providerId="ADAL" clId="{ABE0B975-946D-447D-8030-3C3A15617F57}" dt="2026-01-16T12:10:53.877" v="759" actId="1076"/>
          <ac:cxnSpMkLst>
            <pc:docMk/>
            <pc:sldMk cId="3356847690" sldId="263"/>
            <ac:cxnSpMk id="15" creationId="{6AEA1F8B-B429-0F8F-0253-258B54412B87}"/>
          </ac:cxnSpMkLst>
        </pc:cxnChg>
        <pc:cxnChg chg="mod">
          <ac:chgData name="Rose Scott" userId="d89812fd-b5c9-4aa3-b865-3267ee36b762" providerId="ADAL" clId="{ABE0B975-946D-447D-8030-3C3A15617F57}" dt="2026-01-16T12:11:15.893" v="783" actId="1076"/>
          <ac:cxnSpMkLst>
            <pc:docMk/>
            <pc:sldMk cId="3356847690" sldId="263"/>
            <ac:cxnSpMk id="16" creationId="{487F1438-296E-E8DB-4756-D1B74E89166D}"/>
          </ac:cxnSpMkLst>
        </pc:cxnChg>
        <pc:cxnChg chg="mod">
          <ac:chgData name="Rose Scott" userId="d89812fd-b5c9-4aa3-b865-3267ee36b762" providerId="ADAL" clId="{ABE0B975-946D-447D-8030-3C3A15617F57}" dt="2026-01-16T12:11:15.893" v="783" actId="1076"/>
          <ac:cxnSpMkLst>
            <pc:docMk/>
            <pc:sldMk cId="3356847690" sldId="263"/>
            <ac:cxnSpMk id="18" creationId="{436073A2-BD1A-021E-6510-FF2D45D172AC}"/>
          </ac:cxnSpMkLst>
        </pc:cxnChg>
        <pc:cxnChg chg="mod">
          <ac:chgData name="Rose Scott" userId="d89812fd-b5c9-4aa3-b865-3267ee36b762" providerId="ADAL" clId="{ABE0B975-946D-447D-8030-3C3A15617F57}" dt="2026-01-16T12:11:15.893" v="783" actId="1076"/>
          <ac:cxnSpMkLst>
            <pc:docMk/>
            <pc:sldMk cId="3356847690" sldId="263"/>
            <ac:cxnSpMk id="19" creationId="{8E831EE4-3C19-25F1-4292-AAA0FD0F3632}"/>
          </ac:cxnSpMkLst>
        </pc:cxnChg>
        <pc:cxnChg chg="add mod">
          <ac:chgData name="Rose Scott" userId="d89812fd-b5c9-4aa3-b865-3267ee36b762" providerId="ADAL" clId="{ABE0B975-946D-447D-8030-3C3A15617F57}" dt="2026-01-16T12:12:57.870" v="837" actId="1076"/>
          <ac:cxnSpMkLst>
            <pc:docMk/>
            <pc:sldMk cId="3356847690" sldId="263"/>
            <ac:cxnSpMk id="24" creationId="{524412FE-9775-596E-117C-8B44C53AFF09}"/>
          </ac:cxnSpMkLst>
        </pc:cxnChg>
        <pc:cxnChg chg="add">
          <ac:chgData name="Rose Scott" userId="d89812fd-b5c9-4aa3-b865-3267ee36b762" providerId="ADAL" clId="{ABE0B975-946D-447D-8030-3C3A15617F57}" dt="2026-01-16T12:13:52.597" v="909" actId="11529"/>
          <ac:cxnSpMkLst>
            <pc:docMk/>
            <pc:sldMk cId="3356847690" sldId="263"/>
            <ac:cxnSpMk id="30" creationId="{CBC0FDA2-F7BB-FB58-5B2E-D115612CA615}"/>
          </ac:cxnSpMkLst>
        </pc:cxnChg>
        <pc:cxnChg chg="add">
          <ac:chgData name="Rose Scott" userId="d89812fd-b5c9-4aa3-b865-3267ee36b762" providerId="ADAL" clId="{ABE0B975-946D-447D-8030-3C3A15617F57}" dt="2026-01-16T12:14:36.641" v="912" actId="11529"/>
          <ac:cxnSpMkLst>
            <pc:docMk/>
            <pc:sldMk cId="3356847690" sldId="263"/>
            <ac:cxnSpMk id="34" creationId="{B39A6A9F-96B6-C111-B16A-9652E179B158}"/>
          </ac:cxnSpMkLst>
        </pc:cxnChg>
        <pc:cxnChg chg="add">
          <ac:chgData name="Rose Scott" userId="d89812fd-b5c9-4aa3-b865-3267ee36b762" providerId="ADAL" clId="{ABE0B975-946D-447D-8030-3C3A15617F57}" dt="2026-01-16T12:14:54.521" v="916" actId="11529"/>
          <ac:cxnSpMkLst>
            <pc:docMk/>
            <pc:sldMk cId="3356847690" sldId="263"/>
            <ac:cxnSpMk id="38" creationId="{8AE15B1C-E5DF-B451-A379-53A8150286C6}"/>
          </ac:cxnSpMkLst>
        </pc:cxnChg>
      </pc:sldChg>
      <pc:sldChg chg="modSp new mod">
        <pc:chgData name="Rose Scott" userId="d89812fd-b5c9-4aa3-b865-3267ee36b762" providerId="ADAL" clId="{ABE0B975-946D-447D-8030-3C3A15617F57}" dt="2026-01-16T12:38:32.921" v="1722" actId="1076"/>
        <pc:sldMkLst>
          <pc:docMk/>
          <pc:sldMk cId="3897001718" sldId="264"/>
        </pc:sldMkLst>
        <pc:spChg chg="mod">
          <ac:chgData name="Rose Scott" userId="d89812fd-b5c9-4aa3-b865-3267ee36b762" providerId="ADAL" clId="{ABE0B975-946D-447D-8030-3C3A15617F57}" dt="2026-01-16T12:38:32.921" v="1722" actId="1076"/>
          <ac:spMkLst>
            <pc:docMk/>
            <pc:sldMk cId="3897001718" sldId="264"/>
            <ac:spMk id="2" creationId="{A4DCA4AE-2840-6419-30E6-7A92D55326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1263-3EB7-BA6A-AA8C-4E8F0FDE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E0B5D-DF13-53D4-B6C5-547116DA6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89EBB-C433-4964-DDAD-2D02AD0C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AB122-7A7F-6D4E-2640-E7601B20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50F6-F473-E8BB-5D4F-91A0B30C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9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591C-AB1D-F2E6-6557-89E19735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F6C25-358A-48D5-F513-3C28E588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77B89-8229-AC8D-E5A7-5A36724F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1A7DF-DF55-EB64-3E92-C737A31E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AAB50-C89B-0F60-2BFC-CF71C34B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99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105D-1774-9488-5563-06C001B7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44311-8404-A383-3A60-B8C207039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9ED36-0DB9-6654-6406-96BBB519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9110C-DE30-81E5-4685-4B3C4A71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24EBC-68A4-A2F7-B04A-77E09893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67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384A-9CE5-989B-D770-FF32BE78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BBAA-8BAA-ABF1-09C1-343B997D2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52577-7404-EC49-6FED-31067B1F2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4BC8F-A11C-E064-7D53-BE40EF63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18D38-992D-D01E-1D04-8C21F1DB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86310-7BD1-C01E-9C1C-C80662EA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934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C767-1BCA-9D8D-6E8D-771D74D1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6AE77-33D1-B7DC-DE0B-2633D3951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3D510-463E-62F9-A1DA-D4CE55F1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B844F-7440-379C-FC0D-2494C7BDC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7136C-A027-C8AB-1DDF-64FC7C122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70AA6-AF22-F000-568D-C67CABDE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67951-97C5-9FF1-D0F4-E2E1D4E3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41F221-9ADD-0832-1BB0-69AFDA85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23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6E29-2F87-A3AC-F0D2-049A969C6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2EFAAC-9808-1623-0561-1B401F26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D06E8-9BB4-6F60-E63B-CD287836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16A32-848B-C281-EAE4-D233EB94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10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281AC-CB31-CEEE-AB6B-9F1FFE83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94F54-4746-1EF9-5D8A-F220A6C3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65D12-AF1B-2FAA-746E-2711BCED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45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D4B5-FB1C-FC3F-6231-14B68B9C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6BCE4-27E0-72DF-750D-737323CBC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44E9A-F529-10C3-A559-359AFB12F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AB7A5-B7E1-B036-088B-94BDD9F6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CA158-8AE1-C4EF-D1EC-DED14C77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50320-CC79-AF17-5279-5D8F6CE0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85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BCDE-B829-B3C0-9E55-7CFC23C93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39330-7BB2-155F-7153-77E9B2B9C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A7767-51E5-BB75-E7AB-C66C75215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0B240-76BB-726B-95A6-57F7FAEB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9AB6C-07D7-C6B3-63FD-039E48C1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ED4C6-6441-2948-39FC-3CF82115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57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FB73-6619-45DF-1D86-94E6D5F9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39BE6-93D3-F465-89B7-A8ACCE91C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3399D-EA27-BC23-D421-DE503F6F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4E2F9-320D-B388-AC0B-4AE7466F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1D36-6693-B897-76D3-50602353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06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D0ABB-3120-DD09-9DEB-AF7E3424A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C20D0-2D75-344C-E1F9-2E5B2F44F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D1179-B4EE-03BE-424E-3DCE480A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B1376-4F9B-D8D8-1E76-D649EA6F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53F11-691E-B940-EF2C-123ACEE1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71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65248-D46E-B226-1720-6EFA3A148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1FA10-2ABA-EAA1-F828-0969EDDF8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672D2-4226-1D10-D539-372AF10CD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11440-6CBA-43E5-BADD-8D418A4C4F73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1E9BF-0096-5533-380D-7E16E76B6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2F67-3CD3-D1A4-0AC7-13A337560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A9429-2076-4AAA-8F82-AC95BCAB68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63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57AF62-9AA5-70AC-79F5-A8146168EDD8}"/>
              </a:ext>
            </a:extLst>
          </p:cNvPr>
          <p:cNvSpPr/>
          <p:nvPr/>
        </p:nvSpPr>
        <p:spPr>
          <a:xfrm>
            <a:off x="5241036" y="438912"/>
            <a:ext cx="1709928" cy="9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menu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74111-4B67-3F32-6039-094ACB2B56B1}"/>
              </a:ext>
            </a:extLst>
          </p:cNvPr>
          <p:cNvSpPr/>
          <p:nvPr/>
        </p:nvSpPr>
        <p:spPr>
          <a:xfrm>
            <a:off x="1479804" y="1926336"/>
            <a:ext cx="1709928" cy="9235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item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E54EC-9DBA-461A-4591-80A66FF3F832}"/>
              </a:ext>
            </a:extLst>
          </p:cNvPr>
          <p:cNvSpPr/>
          <p:nvPr/>
        </p:nvSpPr>
        <p:spPr>
          <a:xfrm>
            <a:off x="1479804" y="3546349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User 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E9071E-6B08-EC45-2C54-7A39EC546019}"/>
              </a:ext>
            </a:extLst>
          </p:cNvPr>
          <p:cNvSpPr/>
          <p:nvPr/>
        </p:nvSpPr>
        <p:spPr>
          <a:xfrm>
            <a:off x="1479804" y="5166362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 data for just selected item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E9FD6-BEA9-D102-6487-BE635C13DCD7}"/>
              </a:ext>
            </a:extLst>
          </p:cNvPr>
          <p:cNvSpPr/>
          <p:nvPr/>
        </p:nvSpPr>
        <p:spPr>
          <a:xfrm>
            <a:off x="4110228" y="1926336"/>
            <a:ext cx="1709928" cy="9235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Date range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7FC13D-5DF4-E02A-6274-04FC9E000F5C}"/>
              </a:ext>
            </a:extLst>
          </p:cNvPr>
          <p:cNvSpPr/>
          <p:nvPr/>
        </p:nvSpPr>
        <p:spPr>
          <a:xfrm>
            <a:off x="4110228" y="3546349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User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958B44-5CAB-A5A1-998E-3D5E21F7984C}"/>
              </a:ext>
            </a:extLst>
          </p:cNvPr>
          <p:cNvSpPr/>
          <p:nvPr/>
        </p:nvSpPr>
        <p:spPr>
          <a:xfrm>
            <a:off x="4110228" y="5166362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Filter data to only show data within the selected period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73D712-75E3-ADCA-390D-0688F2808B3A}"/>
              </a:ext>
            </a:extLst>
          </p:cNvPr>
          <p:cNvSpPr/>
          <p:nvPr/>
        </p:nvSpPr>
        <p:spPr>
          <a:xfrm>
            <a:off x="6740652" y="1926336"/>
            <a:ext cx="1709928" cy="9235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8AF02-A20A-F9D6-FF39-A3DBD7F8BCDF}"/>
              </a:ext>
            </a:extLst>
          </p:cNvPr>
          <p:cNvSpPr/>
          <p:nvPr/>
        </p:nvSpPr>
        <p:spPr>
          <a:xfrm>
            <a:off x="6740652" y="3546349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average sold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71D423-001E-5FD0-34A0-6F3CA64854D5}"/>
              </a:ext>
            </a:extLst>
          </p:cNvPr>
          <p:cNvSpPr/>
          <p:nvPr/>
        </p:nvSpPr>
        <p:spPr>
          <a:xfrm>
            <a:off x="6740652" y="5166362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Display day which sold most in selected period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3C5015-A886-C531-DDD8-4C1D2A9538A8}"/>
              </a:ext>
            </a:extLst>
          </p:cNvPr>
          <p:cNvSpPr/>
          <p:nvPr/>
        </p:nvSpPr>
        <p:spPr>
          <a:xfrm>
            <a:off x="9371076" y="1926336"/>
            <a:ext cx="1709928" cy="9235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info selected using Graph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3931DD-9F97-B484-5844-4B28F44EFE36}"/>
              </a:ext>
            </a:extLst>
          </p:cNvPr>
          <p:cNvSpPr/>
          <p:nvPr/>
        </p:nvSpPr>
        <p:spPr>
          <a:xfrm>
            <a:off x="9371076" y="3546349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F71679-9371-7181-640B-65B7BE30B559}"/>
              </a:ext>
            </a:extLst>
          </p:cNvPr>
          <p:cNvSpPr/>
          <p:nvPr/>
        </p:nvSpPr>
        <p:spPr>
          <a:xfrm>
            <a:off x="9371076" y="5166362"/>
            <a:ext cx="1709928" cy="9235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using matplotlib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0C4F96-672E-DF83-E834-3ACBCABDC5F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933444" y="-236220"/>
            <a:ext cx="563880" cy="376123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C4ADD21-005F-5904-2DEC-C7E2B20544E4}"/>
              </a:ext>
            </a:extLst>
          </p:cNvPr>
          <p:cNvCxnSpPr>
            <a:stCxn id="5" idx="1"/>
            <a:endCxn id="6" idx="1"/>
          </p:cNvCxnSpPr>
          <p:nvPr/>
        </p:nvCxnSpPr>
        <p:spPr>
          <a:xfrm rot="10800000" flipV="1">
            <a:off x="1479804" y="2388107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2F4FB8-9DD8-030D-5A7D-DC33CCCB25A5}"/>
              </a:ext>
            </a:extLst>
          </p:cNvPr>
          <p:cNvCxnSpPr>
            <a:stCxn id="6" idx="1"/>
            <a:endCxn id="7" idx="1"/>
          </p:cNvCxnSpPr>
          <p:nvPr/>
        </p:nvCxnSpPr>
        <p:spPr>
          <a:xfrm rot="10800000" flipV="1">
            <a:off x="1479804" y="4008120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94BA77-F680-1228-6EC2-C83ED5DD7563}"/>
              </a:ext>
            </a:extLst>
          </p:cNvPr>
          <p:cNvCxnSpPr>
            <a:stCxn id="8" idx="1"/>
            <a:endCxn id="9" idx="1"/>
          </p:cNvCxnSpPr>
          <p:nvPr/>
        </p:nvCxnSpPr>
        <p:spPr>
          <a:xfrm rot="10800000" flipV="1">
            <a:off x="4110228" y="2388107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E541A5-A3EE-6EEE-5769-A3D0B0EEEA52}"/>
              </a:ext>
            </a:extLst>
          </p:cNvPr>
          <p:cNvCxnSpPr>
            <a:stCxn id="9" idx="1"/>
            <a:endCxn id="10" idx="1"/>
          </p:cNvCxnSpPr>
          <p:nvPr/>
        </p:nvCxnSpPr>
        <p:spPr>
          <a:xfrm rot="10800000" flipV="1">
            <a:off x="4110228" y="4008120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82A8A76-4A59-0129-7727-086AE5BE593B}"/>
              </a:ext>
            </a:extLst>
          </p:cNvPr>
          <p:cNvCxnSpPr>
            <a:stCxn id="11" idx="1"/>
            <a:endCxn id="12" idx="1"/>
          </p:cNvCxnSpPr>
          <p:nvPr/>
        </p:nvCxnSpPr>
        <p:spPr>
          <a:xfrm rot="10800000" flipV="1">
            <a:off x="6740652" y="2388107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F5E693-3ED9-55AD-D600-9DB2ABB7D00A}"/>
              </a:ext>
            </a:extLst>
          </p:cNvPr>
          <p:cNvCxnSpPr>
            <a:stCxn id="12" idx="1"/>
            <a:endCxn id="13" idx="1"/>
          </p:cNvCxnSpPr>
          <p:nvPr/>
        </p:nvCxnSpPr>
        <p:spPr>
          <a:xfrm rot="10800000" flipV="1">
            <a:off x="6740652" y="4008120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D7DEAC-1BAA-E367-A017-4362A81264F3}"/>
              </a:ext>
            </a:extLst>
          </p:cNvPr>
          <p:cNvCxnSpPr>
            <a:stCxn id="14" idx="1"/>
            <a:endCxn id="15" idx="1"/>
          </p:cNvCxnSpPr>
          <p:nvPr/>
        </p:nvCxnSpPr>
        <p:spPr>
          <a:xfrm rot="10800000" flipV="1">
            <a:off x="9371076" y="2388107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E675419-BF56-4E6D-0B94-9E6A3C5E3C38}"/>
              </a:ext>
            </a:extLst>
          </p:cNvPr>
          <p:cNvCxnSpPr>
            <a:stCxn id="15" idx="1"/>
            <a:endCxn id="16" idx="1"/>
          </p:cNvCxnSpPr>
          <p:nvPr/>
        </p:nvCxnSpPr>
        <p:spPr>
          <a:xfrm rot="10800000" flipV="1">
            <a:off x="9371076" y="4008120"/>
            <a:ext cx="12700" cy="1620013"/>
          </a:xfrm>
          <a:prstGeom prst="bent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C230EC1-C047-EAFD-B09A-95EA877E48D0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5400000">
            <a:off x="5248656" y="1078992"/>
            <a:ext cx="563880" cy="113080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679419D-33E0-BB7B-D272-EF9661E2E193}"/>
              </a:ext>
            </a:extLst>
          </p:cNvPr>
          <p:cNvCxnSpPr>
            <a:stCxn id="4" idx="2"/>
            <a:endCxn id="14" idx="0"/>
          </p:cNvCxnSpPr>
          <p:nvPr/>
        </p:nvCxnSpPr>
        <p:spPr>
          <a:xfrm rot="16200000" flipH="1">
            <a:off x="7879080" y="-420624"/>
            <a:ext cx="563880" cy="413004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0BA6131-4F5A-C1B5-3502-88E2AA669574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rot="16200000" flipH="1">
            <a:off x="6563868" y="894588"/>
            <a:ext cx="563880" cy="149961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86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953F13DD-F42F-0BFB-3B24-28E42E378518}"/>
              </a:ext>
            </a:extLst>
          </p:cNvPr>
          <p:cNvSpPr/>
          <p:nvPr/>
        </p:nvSpPr>
        <p:spPr>
          <a:xfrm>
            <a:off x="0" y="484632"/>
            <a:ext cx="2002536" cy="56692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1F068DE5-6C8A-18FD-3397-9F34A1AA89C8}"/>
              </a:ext>
            </a:extLst>
          </p:cNvPr>
          <p:cNvSpPr/>
          <p:nvPr/>
        </p:nvSpPr>
        <p:spPr>
          <a:xfrm>
            <a:off x="246888" y="1815084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Import pandas library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AC3E3CE2-2241-52AD-3733-36584AF5ACCA}"/>
              </a:ext>
            </a:extLst>
          </p:cNvPr>
          <p:cNvSpPr/>
          <p:nvPr/>
        </p:nvSpPr>
        <p:spPr>
          <a:xfrm>
            <a:off x="246888" y="3575304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Import matplotlib library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09C04E6E-0EA0-8A43-EDCD-342DB23C6A55}"/>
              </a:ext>
            </a:extLst>
          </p:cNvPr>
          <p:cNvSpPr/>
          <p:nvPr/>
        </p:nvSpPr>
        <p:spPr>
          <a:xfrm>
            <a:off x="246888" y="5335524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Item = </a:t>
            </a:r>
          </a:p>
          <a:p>
            <a:pPr algn="ctr"/>
            <a:r>
              <a:rPr lang="en-GB" dirty="0" err="1"/>
              <a:t>Get_item</a:t>
            </a:r>
            <a:r>
              <a:rPr lang="en-GB" dirty="0"/>
              <a:t>()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3B3B42E-B1FD-9679-25AD-60D5CE036A23}"/>
              </a:ext>
            </a:extLst>
          </p:cNvPr>
          <p:cNvSpPr/>
          <p:nvPr/>
        </p:nvSpPr>
        <p:spPr>
          <a:xfrm>
            <a:off x="2834640" y="3570732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Extract = </a:t>
            </a:r>
          </a:p>
          <a:p>
            <a:pPr algn="ctr"/>
            <a:r>
              <a:rPr lang="en-GB" sz="1600" dirty="0" err="1"/>
              <a:t>Get_data</a:t>
            </a:r>
            <a:r>
              <a:rPr lang="en-GB" sz="1600" dirty="0"/>
              <a:t>(item, date)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58FF450-9033-2069-AB05-587F800CCEBF}"/>
              </a:ext>
            </a:extLst>
          </p:cNvPr>
          <p:cNvSpPr/>
          <p:nvPr/>
        </p:nvSpPr>
        <p:spPr>
          <a:xfrm>
            <a:off x="2834640" y="5335524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Date = </a:t>
            </a:r>
          </a:p>
          <a:p>
            <a:pPr algn="ctr"/>
            <a:r>
              <a:rPr lang="en-GB" sz="1400" dirty="0" err="1"/>
              <a:t>Get_start_date</a:t>
            </a:r>
            <a:r>
              <a:rPr lang="en-GB" sz="1400" dirty="0"/>
              <a:t>() </a:t>
            </a:r>
          </a:p>
          <a:p>
            <a:pPr algn="ctr"/>
            <a:r>
              <a:rPr lang="en-GB" sz="1400" dirty="0" err="1"/>
              <a:t>Get_end_date</a:t>
            </a:r>
            <a:r>
              <a:rPr lang="en-GB" sz="1400" dirty="0"/>
              <a:t>()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8984ED8F-7C26-F384-FA3D-D21CB519DA27}"/>
              </a:ext>
            </a:extLst>
          </p:cNvPr>
          <p:cNvSpPr/>
          <p:nvPr/>
        </p:nvSpPr>
        <p:spPr>
          <a:xfrm>
            <a:off x="2834640" y="1826514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Find date when most sales was = </a:t>
            </a:r>
          </a:p>
          <a:p>
            <a:pPr algn="ctr"/>
            <a:r>
              <a:rPr lang="en-GB" sz="1600" dirty="0" err="1"/>
              <a:t>Most_sales</a:t>
            </a:r>
            <a:r>
              <a:rPr lang="en-GB" sz="1600" dirty="0"/>
              <a:t>()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6DEBF8E9-A225-0304-5BB9-5E6DA8C41C71}"/>
              </a:ext>
            </a:extLst>
          </p:cNvPr>
          <p:cNvSpPr/>
          <p:nvPr/>
        </p:nvSpPr>
        <p:spPr>
          <a:xfrm>
            <a:off x="5422391" y="1831086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Display data in table</a:t>
            </a:r>
          </a:p>
          <a:p>
            <a:pPr algn="ctr"/>
            <a:r>
              <a:rPr lang="en-GB" sz="1600" dirty="0"/>
              <a:t>=</a:t>
            </a:r>
          </a:p>
          <a:p>
            <a:pPr algn="ctr"/>
            <a:r>
              <a:rPr lang="en-GB" sz="1600" dirty="0" err="1"/>
              <a:t>Mpl_plot</a:t>
            </a:r>
            <a:r>
              <a:rPr lang="en-GB" sz="1600" dirty="0"/>
              <a:t>()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1F9607B9-6CAF-EE94-C635-A458EA2A14B2}"/>
              </a:ext>
            </a:extLst>
          </p:cNvPr>
          <p:cNvSpPr/>
          <p:nvPr/>
        </p:nvSpPr>
        <p:spPr>
          <a:xfrm>
            <a:off x="5422391" y="3429000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Show data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4C43FB99-E3B3-A533-80CF-FAFD3439D0EC}"/>
              </a:ext>
            </a:extLst>
          </p:cNvPr>
          <p:cNvSpPr/>
          <p:nvPr/>
        </p:nvSpPr>
        <p:spPr>
          <a:xfrm>
            <a:off x="5175503" y="5550408"/>
            <a:ext cx="2002536" cy="56692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A1D20C-F783-19AE-890D-CBF5A55EA8F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001268" y="1051560"/>
            <a:ext cx="0" cy="763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446617-E271-F128-4BA0-DB49F2F22AB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001268" y="2811780"/>
            <a:ext cx="0" cy="763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A28279-41C9-2530-99DC-5D2A3911FC28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001268" y="4572000"/>
            <a:ext cx="0" cy="763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BB66C3-7096-4B0E-A2D0-1984F633CBD6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1755648" y="5833872"/>
            <a:ext cx="1078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1A5C790-CF9A-FCCA-86D2-9D108FE7C229}"/>
              </a:ext>
            </a:extLst>
          </p:cNvPr>
          <p:cNvCxnSpPr>
            <a:stCxn id="9" idx="0"/>
            <a:endCxn id="8" idx="2"/>
          </p:cNvCxnSpPr>
          <p:nvPr/>
        </p:nvCxnSpPr>
        <p:spPr>
          <a:xfrm flipV="1">
            <a:off x="3589020" y="4567428"/>
            <a:ext cx="0" cy="76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ED7D28-96A3-B2AB-7F5F-C7B529D0155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589020" y="2802636"/>
            <a:ext cx="0" cy="76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424AF39-1A99-B68A-E9CD-C9E58589D216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343400" y="2324862"/>
            <a:ext cx="1078991" cy="4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52B98B-775A-05DA-84A8-D08499A3BEBB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6176771" y="2827782"/>
            <a:ext cx="0" cy="601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C31EA5A-53F7-C60D-FE93-8A511B9E7F1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6176771" y="4425696"/>
            <a:ext cx="0" cy="1124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150EC9B-9EF1-D4CA-DE7C-9F8341AA91FF}"/>
              </a:ext>
            </a:extLst>
          </p:cNvPr>
          <p:cNvSpPr txBox="1"/>
          <p:nvPr/>
        </p:nvSpPr>
        <p:spPr>
          <a:xfrm>
            <a:off x="3118103" y="137160"/>
            <a:ext cx="230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 menu</a:t>
            </a:r>
          </a:p>
        </p:txBody>
      </p:sp>
    </p:spTree>
    <p:extLst>
      <p:ext uri="{BB962C8B-B14F-4D97-AF65-F5344CB8AC3E}">
        <p14:creationId xmlns:p14="http://schemas.microsoft.com/office/powerpoint/2010/main" val="19269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2512-DD16-9C34-4B28-91891D2E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759" y="-80675"/>
            <a:ext cx="2876746" cy="665138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Get_item</a:t>
            </a:r>
            <a:r>
              <a:rPr lang="en-GB" dirty="0"/>
              <a:t>()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E4552868-333F-EBBB-7E51-370030B35607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B8B1903B-C427-B416-C17A-5A124892E92D}"/>
              </a:ext>
            </a:extLst>
          </p:cNvPr>
          <p:cNvSpPr/>
          <p:nvPr/>
        </p:nvSpPr>
        <p:spPr>
          <a:xfrm>
            <a:off x="150825" y="1382617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food items options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4DA7CB29-F7DF-595B-3CC9-457982C0B934}"/>
              </a:ext>
            </a:extLst>
          </p:cNvPr>
          <p:cNvSpPr/>
          <p:nvPr/>
        </p:nvSpPr>
        <p:spPr>
          <a:xfrm>
            <a:off x="150826" y="2819164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“Please select an item”</a:t>
            </a:r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E5176181-F05B-A542-C396-E475C1962FBA}"/>
              </a:ext>
            </a:extLst>
          </p:cNvPr>
          <p:cNvSpPr/>
          <p:nvPr/>
        </p:nvSpPr>
        <p:spPr>
          <a:xfrm>
            <a:off x="150824" y="4255710"/>
            <a:ext cx="2196445" cy="970961"/>
          </a:xfrm>
          <a:prstGeom prst="flowChartInputOutpu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Item = INPUT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29D1E921-42FD-A54E-0CEF-CB91F1ABF0FA}"/>
              </a:ext>
            </a:extLst>
          </p:cNvPr>
          <p:cNvSpPr/>
          <p:nvPr/>
        </p:nvSpPr>
        <p:spPr>
          <a:xfrm>
            <a:off x="3219254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Is item in list of items?</a:t>
            </a: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6CD9BAA3-2617-A02C-CC98-F748295909B5}"/>
              </a:ext>
            </a:extLst>
          </p:cNvPr>
          <p:cNvSpPr/>
          <p:nvPr/>
        </p:nvSpPr>
        <p:spPr>
          <a:xfrm>
            <a:off x="7835246" y="4408621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Item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02A6B-6A42-18C9-EDD5-CA2C3C7C5A06}"/>
              </a:ext>
            </a:extLst>
          </p:cNvPr>
          <p:cNvSpPr txBox="1"/>
          <p:nvPr/>
        </p:nvSpPr>
        <p:spPr>
          <a:xfrm>
            <a:off x="4657627" y="342079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E1956D-5FE3-F127-6B8B-25619073EC21}"/>
              </a:ext>
            </a:extLst>
          </p:cNvPr>
          <p:cNvSpPr txBox="1"/>
          <p:nvPr/>
        </p:nvSpPr>
        <p:spPr>
          <a:xfrm>
            <a:off x="6535132" y="5073759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860255-30D4-2EA8-CF19-7385B096BC27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096000" y="4741190"/>
            <a:ext cx="17392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9FF717-4156-CFDF-3D8D-07DDBF8C7B67}"/>
              </a:ext>
            </a:extLst>
          </p:cNvPr>
          <p:cNvCxnSpPr>
            <a:stCxn id="4" idx="2"/>
            <a:endCxn id="6" idx="1"/>
          </p:cNvCxnSpPr>
          <p:nvPr/>
        </p:nvCxnSpPr>
        <p:spPr>
          <a:xfrm flipH="1">
            <a:off x="1249048" y="917032"/>
            <a:ext cx="4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673685-216F-0138-27A7-5CE192DC7258}"/>
              </a:ext>
            </a:extLst>
          </p:cNvPr>
          <p:cNvCxnSpPr>
            <a:stCxn id="6" idx="4"/>
            <a:endCxn id="8" idx="1"/>
          </p:cNvCxnSpPr>
          <p:nvPr/>
        </p:nvCxnSpPr>
        <p:spPr>
          <a:xfrm>
            <a:off x="1249048" y="2353578"/>
            <a:ext cx="1" cy="46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7CDF0C-8E32-139F-0576-3D69B98328AE}"/>
              </a:ext>
            </a:extLst>
          </p:cNvPr>
          <p:cNvCxnSpPr>
            <a:stCxn id="8" idx="4"/>
            <a:endCxn id="9" idx="1"/>
          </p:cNvCxnSpPr>
          <p:nvPr/>
        </p:nvCxnSpPr>
        <p:spPr>
          <a:xfrm flipH="1">
            <a:off x="1249047" y="3790125"/>
            <a:ext cx="2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375B38-49C0-FBB8-8E6D-E430649548F6}"/>
              </a:ext>
            </a:extLst>
          </p:cNvPr>
          <p:cNvCxnSpPr>
            <a:stCxn id="9" idx="5"/>
            <a:endCxn id="10" idx="1"/>
          </p:cNvCxnSpPr>
          <p:nvPr/>
        </p:nvCxnSpPr>
        <p:spPr>
          <a:xfrm flipV="1">
            <a:off x="2127625" y="4741190"/>
            <a:ext cx="10916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chart: Data 25">
            <a:extLst>
              <a:ext uri="{FF2B5EF4-FFF2-40B4-BE49-F238E27FC236}">
                <a16:creationId xmlns:a16="http://schemas.microsoft.com/office/drawing/2014/main" id="{85BF9F03-3F80-EF68-9DEB-3E9708DB737E}"/>
              </a:ext>
            </a:extLst>
          </p:cNvPr>
          <p:cNvSpPr/>
          <p:nvPr/>
        </p:nvSpPr>
        <p:spPr>
          <a:xfrm>
            <a:off x="3559404" y="2396942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“Item not in database”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5089AB-BBB6-8E96-40E5-F2F1AEC49220}"/>
              </a:ext>
            </a:extLst>
          </p:cNvPr>
          <p:cNvCxnSpPr>
            <a:cxnSpLocks/>
            <a:stCxn id="10" idx="0"/>
            <a:endCxn id="26" idx="4"/>
          </p:cNvCxnSpPr>
          <p:nvPr/>
        </p:nvCxnSpPr>
        <p:spPr>
          <a:xfrm flipV="1">
            <a:off x="4657627" y="3367903"/>
            <a:ext cx="0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72F97B1-6CB4-BB62-90C3-ADCA648DBEA7}"/>
              </a:ext>
            </a:extLst>
          </p:cNvPr>
          <p:cNvCxnSpPr>
            <a:stCxn id="26" idx="1"/>
            <a:endCxn id="6" idx="5"/>
          </p:cNvCxnSpPr>
          <p:nvPr/>
        </p:nvCxnSpPr>
        <p:spPr>
          <a:xfrm rot="16200000" flipV="1">
            <a:off x="3128205" y="867519"/>
            <a:ext cx="528844" cy="25300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21A3-55EB-FF26-EBE8-9D87C20F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288" y="90487"/>
            <a:ext cx="6221439" cy="826545"/>
          </a:xfrm>
        </p:spPr>
        <p:txBody>
          <a:bodyPr>
            <a:normAutofit/>
          </a:bodyPr>
          <a:lstStyle/>
          <a:p>
            <a:r>
              <a:rPr lang="en-GB" dirty="0" err="1"/>
              <a:t>Get_start_date</a:t>
            </a:r>
            <a:r>
              <a:rPr lang="en-GB" dirty="0"/>
              <a:t>()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78F37F4B-460D-3A06-E7B7-157FA339BD7E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9EC394D6-77FC-C9EA-6F5C-50ADBDA0D58C}"/>
              </a:ext>
            </a:extLst>
          </p:cNvPr>
          <p:cNvSpPr/>
          <p:nvPr/>
        </p:nvSpPr>
        <p:spPr>
          <a:xfrm>
            <a:off x="150825" y="1382617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date range options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2F708F11-E16B-A527-2D65-2E594FE3D1A8}"/>
              </a:ext>
            </a:extLst>
          </p:cNvPr>
          <p:cNvSpPr/>
          <p:nvPr/>
        </p:nvSpPr>
        <p:spPr>
          <a:xfrm>
            <a:off x="150826" y="2819164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“Please select a date”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DA9CE7D8-7325-3BB7-C11D-3BA0B0141274}"/>
              </a:ext>
            </a:extLst>
          </p:cNvPr>
          <p:cNvSpPr/>
          <p:nvPr/>
        </p:nvSpPr>
        <p:spPr>
          <a:xfrm>
            <a:off x="150824" y="4255710"/>
            <a:ext cx="2196445" cy="970961"/>
          </a:xfrm>
          <a:prstGeom prst="flowChartInputOutpu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Start_date</a:t>
            </a:r>
            <a:r>
              <a:rPr lang="en-GB" sz="1400" dirty="0"/>
              <a:t> = INPUT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92F3DA56-D271-F3A7-BCD3-62C2B84F5735}"/>
              </a:ext>
            </a:extLst>
          </p:cNvPr>
          <p:cNvSpPr/>
          <p:nvPr/>
        </p:nvSpPr>
        <p:spPr>
          <a:xfrm>
            <a:off x="3219254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date in list of dates?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A1D66644-8143-39B8-57D3-FD72F9216520}"/>
              </a:ext>
            </a:extLst>
          </p:cNvPr>
          <p:cNvSpPr/>
          <p:nvPr/>
        </p:nvSpPr>
        <p:spPr>
          <a:xfrm>
            <a:off x="7835246" y="4408621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</a:t>
            </a:r>
            <a:r>
              <a:rPr lang="en-GB" dirty="0" err="1"/>
              <a:t>Start_date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DE660-6E9D-981C-CC0A-7BFD9E16E68F}"/>
              </a:ext>
            </a:extLst>
          </p:cNvPr>
          <p:cNvSpPr txBox="1"/>
          <p:nvPr/>
        </p:nvSpPr>
        <p:spPr>
          <a:xfrm>
            <a:off x="4657627" y="342079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81FBE3-8A6E-624F-2130-F7A20828BB53}"/>
              </a:ext>
            </a:extLst>
          </p:cNvPr>
          <p:cNvSpPr txBox="1"/>
          <p:nvPr/>
        </p:nvSpPr>
        <p:spPr>
          <a:xfrm>
            <a:off x="6535132" y="5073759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B8B16E-7ED5-2B6D-697A-9DFA44BC0F3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096000" y="4741190"/>
            <a:ext cx="17392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D0EBB3-3081-46BD-EB8E-CB6A2F8D5F58}"/>
              </a:ext>
            </a:extLst>
          </p:cNvPr>
          <p:cNvCxnSpPr>
            <a:stCxn id="4" idx="2"/>
            <a:endCxn id="5" idx="1"/>
          </p:cNvCxnSpPr>
          <p:nvPr/>
        </p:nvCxnSpPr>
        <p:spPr>
          <a:xfrm flipH="1">
            <a:off x="1249048" y="917032"/>
            <a:ext cx="4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4C350F-E22A-D0B5-2E39-1065E2F98F22}"/>
              </a:ext>
            </a:extLst>
          </p:cNvPr>
          <p:cNvCxnSpPr>
            <a:stCxn id="5" idx="4"/>
            <a:endCxn id="6" idx="1"/>
          </p:cNvCxnSpPr>
          <p:nvPr/>
        </p:nvCxnSpPr>
        <p:spPr>
          <a:xfrm>
            <a:off x="1249048" y="2353578"/>
            <a:ext cx="1" cy="46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E18368-C075-472A-FEC0-F1679F3E1727}"/>
              </a:ext>
            </a:extLst>
          </p:cNvPr>
          <p:cNvCxnSpPr>
            <a:stCxn id="6" idx="4"/>
            <a:endCxn id="7" idx="1"/>
          </p:cNvCxnSpPr>
          <p:nvPr/>
        </p:nvCxnSpPr>
        <p:spPr>
          <a:xfrm flipH="1">
            <a:off x="1249047" y="3790125"/>
            <a:ext cx="2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EF2749-E8AD-1656-4C18-4724860F9331}"/>
              </a:ext>
            </a:extLst>
          </p:cNvPr>
          <p:cNvCxnSpPr>
            <a:stCxn id="7" idx="5"/>
            <a:endCxn id="8" idx="1"/>
          </p:cNvCxnSpPr>
          <p:nvPr/>
        </p:nvCxnSpPr>
        <p:spPr>
          <a:xfrm flipV="1">
            <a:off x="2127625" y="4741190"/>
            <a:ext cx="10916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45F922A3-0D41-024A-F33F-CCD27FE7A0D1}"/>
              </a:ext>
            </a:extLst>
          </p:cNvPr>
          <p:cNvSpPr/>
          <p:nvPr/>
        </p:nvSpPr>
        <p:spPr>
          <a:xfrm>
            <a:off x="3559404" y="2396942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“date not in database”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70B557-37A3-C5FA-AB73-9EC60165E810}"/>
              </a:ext>
            </a:extLst>
          </p:cNvPr>
          <p:cNvCxnSpPr>
            <a:cxnSpLocks/>
            <a:stCxn id="8" idx="0"/>
            <a:endCxn id="17" idx="4"/>
          </p:cNvCxnSpPr>
          <p:nvPr/>
        </p:nvCxnSpPr>
        <p:spPr>
          <a:xfrm flipV="1">
            <a:off x="4657627" y="3367903"/>
            <a:ext cx="0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7CEB47C-1C10-EA11-2A0B-8992C293A206}"/>
              </a:ext>
            </a:extLst>
          </p:cNvPr>
          <p:cNvCxnSpPr>
            <a:stCxn id="17" idx="1"/>
            <a:endCxn id="5" idx="5"/>
          </p:cNvCxnSpPr>
          <p:nvPr/>
        </p:nvCxnSpPr>
        <p:spPr>
          <a:xfrm rot="16200000" flipV="1">
            <a:off x="3128205" y="867519"/>
            <a:ext cx="528844" cy="25300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8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8B89-0A1C-9F54-49FF-072B750A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F93A-48B5-4EFA-A701-401A2AF2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280" y="-161379"/>
            <a:ext cx="6221439" cy="826545"/>
          </a:xfrm>
        </p:spPr>
        <p:txBody>
          <a:bodyPr>
            <a:normAutofit/>
          </a:bodyPr>
          <a:lstStyle/>
          <a:p>
            <a:r>
              <a:rPr lang="en-GB" dirty="0" err="1"/>
              <a:t>Get_end_date</a:t>
            </a:r>
            <a:r>
              <a:rPr lang="en-GB" dirty="0"/>
              <a:t>(</a:t>
            </a:r>
            <a:r>
              <a:rPr lang="en-GB" dirty="0" err="1"/>
              <a:t>start_date</a:t>
            </a:r>
            <a:r>
              <a:rPr lang="en-GB" dirty="0"/>
              <a:t>)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4FABED89-26EB-6348-412F-4C7ECE5A32DA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9655DA80-D063-DDD9-A629-2F3F41294CDD}"/>
              </a:ext>
            </a:extLst>
          </p:cNvPr>
          <p:cNvSpPr/>
          <p:nvPr/>
        </p:nvSpPr>
        <p:spPr>
          <a:xfrm>
            <a:off x="150825" y="1382617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 date range options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40C3091A-7437-C4F7-81F7-5B75737B24F0}"/>
              </a:ext>
            </a:extLst>
          </p:cNvPr>
          <p:cNvSpPr/>
          <p:nvPr/>
        </p:nvSpPr>
        <p:spPr>
          <a:xfrm>
            <a:off x="150826" y="2819164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“Please select a date”</a:t>
            </a:r>
          </a:p>
        </p:txBody>
      </p:sp>
      <p:sp>
        <p:nvSpPr>
          <p:cNvPr id="7" name="Flowchart: Data 6">
            <a:extLst>
              <a:ext uri="{FF2B5EF4-FFF2-40B4-BE49-F238E27FC236}">
                <a16:creationId xmlns:a16="http://schemas.microsoft.com/office/drawing/2014/main" id="{F8E90F3C-D69E-64D4-2BED-4C574508DD78}"/>
              </a:ext>
            </a:extLst>
          </p:cNvPr>
          <p:cNvSpPr/>
          <p:nvPr/>
        </p:nvSpPr>
        <p:spPr>
          <a:xfrm>
            <a:off x="150824" y="4255710"/>
            <a:ext cx="2196445" cy="970961"/>
          </a:xfrm>
          <a:prstGeom prst="flowChartInputOutpu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end_date</a:t>
            </a:r>
            <a:r>
              <a:rPr lang="en-GB" sz="1400" dirty="0"/>
              <a:t> = INPUT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1DFAAD91-A3D9-DCB1-3E02-0AC078E2885F}"/>
              </a:ext>
            </a:extLst>
          </p:cNvPr>
          <p:cNvSpPr/>
          <p:nvPr/>
        </p:nvSpPr>
        <p:spPr>
          <a:xfrm>
            <a:off x="3219254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date in list of dates?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72DA8529-8B86-83D8-E8A0-1C75E1144839}"/>
              </a:ext>
            </a:extLst>
          </p:cNvPr>
          <p:cNvSpPr/>
          <p:nvPr/>
        </p:nvSpPr>
        <p:spPr>
          <a:xfrm>
            <a:off x="9762435" y="2253802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</a:t>
            </a:r>
            <a:r>
              <a:rPr lang="en-GB" dirty="0" err="1"/>
              <a:t>end_date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56443C-D569-BCE0-9011-8CC10B995AE5}"/>
              </a:ext>
            </a:extLst>
          </p:cNvPr>
          <p:cNvSpPr txBox="1"/>
          <p:nvPr/>
        </p:nvSpPr>
        <p:spPr>
          <a:xfrm>
            <a:off x="4657627" y="3420793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F2498-3577-C086-C050-B5682C8F3D66}"/>
              </a:ext>
            </a:extLst>
          </p:cNvPr>
          <p:cNvSpPr txBox="1"/>
          <p:nvPr/>
        </p:nvSpPr>
        <p:spPr>
          <a:xfrm>
            <a:off x="5959315" y="4690924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0C53CC-29FC-35B2-1038-18128DAB2B5E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flipH="1">
            <a:off x="1249048" y="917032"/>
            <a:ext cx="4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11284C-D951-EEC7-990F-C351EC6B9FFD}"/>
              </a:ext>
            </a:extLst>
          </p:cNvPr>
          <p:cNvCxnSpPr>
            <a:stCxn id="5" idx="4"/>
            <a:endCxn id="6" idx="1"/>
          </p:cNvCxnSpPr>
          <p:nvPr/>
        </p:nvCxnSpPr>
        <p:spPr>
          <a:xfrm>
            <a:off x="1249048" y="2353578"/>
            <a:ext cx="1" cy="46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EA1F8B-B429-0F8F-0253-258B54412B87}"/>
              </a:ext>
            </a:extLst>
          </p:cNvPr>
          <p:cNvCxnSpPr>
            <a:stCxn id="6" idx="4"/>
            <a:endCxn id="7" idx="1"/>
          </p:cNvCxnSpPr>
          <p:nvPr/>
        </p:nvCxnSpPr>
        <p:spPr>
          <a:xfrm flipH="1">
            <a:off x="1249047" y="3790125"/>
            <a:ext cx="2" cy="465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7F1438-296E-E8DB-4756-D1B74E89166D}"/>
              </a:ext>
            </a:extLst>
          </p:cNvPr>
          <p:cNvCxnSpPr>
            <a:stCxn id="7" idx="5"/>
            <a:endCxn id="8" idx="1"/>
          </p:cNvCxnSpPr>
          <p:nvPr/>
        </p:nvCxnSpPr>
        <p:spPr>
          <a:xfrm flipV="1">
            <a:off x="2127625" y="4741190"/>
            <a:ext cx="10916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EF640E5A-1DF1-C145-79B5-08521B5E30E8}"/>
              </a:ext>
            </a:extLst>
          </p:cNvPr>
          <p:cNvSpPr/>
          <p:nvPr/>
        </p:nvSpPr>
        <p:spPr>
          <a:xfrm>
            <a:off x="3559404" y="2396942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 “date not in database”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6073A2-BD1A-021E-6510-FF2D45D172AC}"/>
              </a:ext>
            </a:extLst>
          </p:cNvPr>
          <p:cNvCxnSpPr>
            <a:cxnSpLocks/>
            <a:stCxn id="8" idx="0"/>
            <a:endCxn id="17" idx="4"/>
          </p:cNvCxnSpPr>
          <p:nvPr/>
        </p:nvCxnSpPr>
        <p:spPr>
          <a:xfrm flipV="1">
            <a:off x="4657627" y="3367903"/>
            <a:ext cx="0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E831EE4-3C19-25F1-4292-AAA0FD0F3632}"/>
              </a:ext>
            </a:extLst>
          </p:cNvPr>
          <p:cNvCxnSpPr>
            <a:stCxn id="17" idx="1"/>
            <a:endCxn id="5" idx="5"/>
          </p:cNvCxnSpPr>
          <p:nvPr/>
        </p:nvCxnSpPr>
        <p:spPr>
          <a:xfrm rot="16200000" flipV="1">
            <a:off x="3128205" y="867519"/>
            <a:ext cx="528844" cy="25300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3C44D96E-AD14-0C46-E873-81ECEC1776A0}"/>
              </a:ext>
            </a:extLst>
          </p:cNvPr>
          <p:cNvSpPr/>
          <p:nvPr/>
        </p:nvSpPr>
        <p:spPr>
          <a:xfrm>
            <a:off x="6734012" y="3737235"/>
            <a:ext cx="2876746" cy="2007910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date before </a:t>
            </a:r>
            <a:r>
              <a:rPr lang="en-GB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start_date</a:t>
            </a:r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4412FE-9775-596E-117C-8B44C53AFF09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6096000" y="4741190"/>
            <a:ext cx="6380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chart: Data 25">
            <a:extLst>
              <a:ext uri="{FF2B5EF4-FFF2-40B4-BE49-F238E27FC236}">
                <a16:creationId xmlns:a16="http://schemas.microsoft.com/office/drawing/2014/main" id="{FB8E6627-F919-D358-C63F-8C8AAD1D637A}"/>
              </a:ext>
            </a:extLst>
          </p:cNvPr>
          <p:cNvSpPr/>
          <p:nvPr/>
        </p:nvSpPr>
        <p:spPr>
          <a:xfrm>
            <a:off x="7074162" y="2396941"/>
            <a:ext cx="2196445" cy="970961"/>
          </a:xfrm>
          <a:prstGeom prst="flowChartInputOutp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Output “date is before start date, select a later date please”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140DD-FE68-62B6-5837-A12D88BA553C}"/>
              </a:ext>
            </a:extLst>
          </p:cNvPr>
          <p:cNvSpPr txBox="1"/>
          <p:nvPr/>
        </p:nvSpPr>
        <p:spPr>
          <a:xfrm>
            <a:off x="9446575" y="4741190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980F47-0104-EB12-7047-3F35434B28B5}"/>
              </a:ext>
            </a:extLst>
          </p:cNvPr>
          <p:cNvSpPr txBox="1"/>
          <p:nvPr/>
        </p:nvSpPr>
        <p:spPr>
          <a:xfrm>
            <a:off x="8261939" y="3419069"/>
            <a:ext cx="100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C0FDA2-F7BB-FB58-5B2E-D115612CA615}"/>
              </a:ext>
            </a:extLst>
          </p:cNvPr>
          <p:cNvCxnSpPr>
            <a:stCxn id="20" idx="0"/>
            <a:endCxn id="26" idx="4"/>
          </p:cNvCxnSpPr>
          <p:nvPr/>
        </p:nvCxnSpPr>
        <p:spPr>
          <a:xfrm flipV="1">
            <a:off x="8172385" y="3367902"/>
            <a:ext cx="0" cy="369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39A6A9F-96B6-C111-B16A-9652E179B158}"/>
              </a:ext>
            </a:extLst>
          </p:cNvPr>
          <p:cNvCxnSpPr>
            <a:stCxn id="26" idx="1"/>
            <a:endCxn id="5" idx="5"/>
          </p:cNvCxnSpPr>
          <p:nvPr/>
        </p:nvCxnSpPr>
        <p:spPr>
          <a:xfrm rot="16200000" flipV="1">
            <a:off x="4885585" y="-889860"/>
            <a:ext cx="528843" cy="60447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AE15B1C-E5DF-B451-A379-53A8150286C6}"/>
              </a:ext>
            </a:extLst>
          </p:cNvPr>
          <p:cNvCxnSpPr>
            <a:stCxn id="20" idx="3"/>
            <a:endCxn id="9" idx="2"/>
          </p:cNvCxnSpPr>
          <p:nvPr/>
        </p:nvCxnSpPr>
        <p:spPr>
          <a:xfrm flipV="1">
            <a:off x="9610758" y="2918940"/>
            <a:ext cx="1249900" cy="18222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847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07F6-A444-902E-747E-B338D930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3028" y="-173736"/>
            <a:ext cx="4885944" cy="785432"/>
          </a:xfrm>
        </p:spPr>
        <p:txBody>
          <a:bodyPr>
            <a:noAutofit/>
          </a:bodyPr>
          <a:lstStyle/>
          <a:p>
            <a:r>
              <a:rPr lang="en-GB" sz="2400" dirty="0" err="1"/>
              <a:t>Get_data</a:t>
            </a:r>
            <a:r>
              <a:rPr lang="en-GB" sz="2400" dirty="0"/>
              <a:t>(</a:t>
            </a:r>
            <a:r>
              <a:rPr lang="en-GB" sz="2400" dirty="0" err="1"/>
              <a:t>start_date</a:t>
            </a:r>
            <a:r>
              <a:rPr lang="en-GB" sz="2400" dirty="0"/>
              <a:t>, </a:t>
            </a:r>
            <a:r>
              <a:rPr lang="en-GB" sz="2400" dirty="0" err="1"/>
              <a:t>end_date</a:t>
            </a:r>
            <a:r>
              <a:rPr lang="en-GB" sz="2400" dirty="0"/>
              <a:t>, item)</a:t>
            </a: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6DCBDFF8-14CA-85DB-6128-EDCDE3B3D119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CD264C4-8DC2-EF67-8624-9062667F00F6}"/>
              </a:ext>
            </a:extLst>
          </p:cNvPr>
          <p:cNvSpPr/>
          <p:nvPr/>
        </p:nvSpPr>
        <p:spPr>
          <a:xfrm>
            <a:off x="494671" y="5468528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df3 = rows in </a:t>
            </a:r>
            <a:r>
              <a:rPr lang="en-GB" sz="1100" dirty="0" err="1"/>
              <a:t>df</a:t>
            </a:r>
            <a:r>
              <a:rPr lang="en-GB" sz="1100" dirty="0"/>
              <a:t> WHERE data is between </a:t>
            </a:r>
            <a:r>
              <a:rPr lang="en-GB" sz="1100" dirty="0" err="1"/>
              <a:t>start_date</a:t>
            </a:r>
            <a:r>
              <a:rPr lang="en-GB" sz="1100" dirty="0"/>
              <a:t> and </a:t>
            </a:r>
            <a:r>
              <a:rPr lang="en-GB" sz="1100" dirty="0" err="1"/>
              <a:t>end_date</a:t>
            </a:r>
            <a:endParaRPr lang="en-GB" sz="1100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1878F8E9-8369-0980-FC6A-E447E79644F6}"/>
              </a:ext>
            </a:extLst>
          </p:cNvPr>
          <p:cNvSpPr/>
          <p:nvPr/>
        </p:nvSpPr>
        <p:spPr>
          <a:xfrm>
            <a:off x="494671" y="1307384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Get </a:t>
            </a:r>
            <a:r>
              <a:rPr lang="en-GB" sz="1600" dirty="0" err="1"/>
              <a:t>start_date</a:t>
            </a:r>
            <a:r>
              <a:rPr lang="en-GB" sz="1600" dirty="0"/>
              <a:t>, </a:t>
            </a:r>
            <a:r>
              <a:rPr lang="en-GB" sz="1600" dirty="0" err="1"/>
              <a:t>end_date</a:t>
            </a:r>
            <a:r>
              <a:rPr lang="en-GB" sz="1600" dirty="0"/>
              <a:t>, item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4DE23666-9532-141B-543E-D08CCAE462E1}"/>
              </a:ext>
            </a:extLst>
          </p:cNvPr>
          <p:cNvSpPr/>
          <p:nvPr/>
        </p:nvSpPr>
        <p:spPr>
          <a:xfrm>
            <a:off x="494671" y="4081480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df2 = rows in </a:t>
            </a:r>
            <a:r>
              <a:rPr lang="en-GB" sz="1100" dirty="0" err="1"/>
              <a:t>df</a:t>
            </a:r>
            <a:r>
              <a:rPr lang="en-GB" sz="1100" dirty="0"/>
              <a:t> WHERE item column EQUALS item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2BF8E54D-5E81-CEA6-31E2-88335FC86615}"/>
              </a:ext>
            </a:extLst>
          </p:cNvPr>
          <p:cNvSpPr/>
          <p:nvPr/>
        </p:nvSpPr>
        <p:spPr>
          <a:xfrm>
            <a:off x="494671" y="2694432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Import Task3_data.csv as </a:t>
            </a:r>
            <a:r>
              <a:rPr lang="en-GB" sz="1400" dirty="0" err="1"/>
              <a:t>df</a:t>
            </a:r>
            <a:endParaRPr lang="en-GB" sz="1400" dirty="0"/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BCA3340B-B507-D9B3-A6AC-369FD1DC1F51}"/>
              </a:ext>
            </a:extLst>
          </p:cNvPr>
          <p:cNvSpPr/>
          <p:nvPr/>
        </p:nvSpPr>
        <p:spPr>
          <a:xfrm>
            <a:off x="2790396" y="5634307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df3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FF73CB-A6D8-56A8-0D80-A288EBD49E3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249051" y="917032"/>
            <a:ext cx="1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8C5AD9-577C-BB67-CA23-4F251096F98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249051" y="2304080"/>
            <a:ext cx="0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BA4EA3-3F90-7429-8D9D-FF5F0BBFCAF8}"/>
              </a:ext>
            </a:extLst>
          </p:cNvPr>
          <p:cNvCxnSpPr>
            <a:stCxn id="8" idx="2"/>
            <a:endCxn id="7" idx="0"/>
          </p:cNvCxnSpPr>
          <p:nvPr/>
        </p:nvCxnSpPr>
        <p:spPr>
          <a:xfrm>
            <a:off x="1249051" y="3691128"/>
            <a:ext cx="0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D07C8-27D5-D8FA-F5A7-C20873A003F6}"/>
              </a:ext>
            </a:extLst>
          </p:cNvPr>
          <p:cNvCxnSpPr>
            <a:stCxn id="7" idx="2"/>
            <a:endCxn id="5" idx="0"/>
          </p:cNvCxnSpPr>
          <p:nvPr/>
        </p:nvCxnSpPr>
        <p:spPr>
          <a:xfrm>
            <a:off x="1249051" y="5078176"/>
            <a:ext cx="0" cy="390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238362-1AF7-FDF3-7A19-82DD1ABC557F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2003431" y="5966876"/>
            <a:ext cx="786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763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76FC-1F20-8ACD-B962-CA0DFF2C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352" y="-19022"/>
            <a:ext cx="3166872" cy="823595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Mpl_plot</a:t>
            </a:r>
            <a:r>
              <a:rPr lang="en-GB" dirty="0"/>
              <a:t>(df3)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DF98483E-FFBC-6E1B-FCD2-260167AE2B2B}"/>
              </a:ext>
            </a:extLst>
          </p:cNvPr>
          <p:cNvSpPr/>
          <p:nvPr/>
        </p:nvSpPr>
        <p:spPr>
          <a:xfrm>
            <a:off x="494671" y="3604537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df_T.columns</a:t>
            </a:r>
            <a:r>
              <a:rPr lang="en-GB" sz="1400" dirty="0"/>
              <a:t> = split data between lunch and dinner cols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E828574-612E-E1CB-1D3E-4E6C4D6589EC}"/>
              </a:ext>
            </a:extLst>
          </p:cNvPr>
          <p:cNvSpPr/>
          <p:nvPr/>
        </p:nvSpPr>
        <p:spPr>
          <a:xfrm>
            <a:off x="494671" y="2376470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df_T</a:t>
            </a:r>
            <a:r>
              <a:rPr lang="en-GB" dirty="0"/>
              <a:t> = TRANSPOSE df3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96B334C0-BEC0-4D11-BE2F-891D7AF070B4}"/>
              </a:ext>
            </a:extLst>
          </p:cNvPr>
          <p:cNvSpPr/>
          <p:nvPr/>
        </p:nvSpPr>
        <p:spPr>
          <a:xfrm>
            <a:off x="150829" y="251894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54000E75-2FE6-2945-AC75-C7A7A9294AAD}"/>
              </a:ext>
            </a:extLst>
          </p:cNvPr>
          <p:cNvSpPr/>
          <p:nvPr/>
        </p:nvSpPr>
        <p:spPr>
          <a:xfrm>
            <a:off x="494671" y="1148403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Import df3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6F5B21B-29BC-E403-E285-D8CC71276F09}"/>
              </a:ext>
            </a:extLst>
          </p:cNvPr>
          <p:cNvSpPr/>
          <p:nvPr/>
        </p:nvSpPr>
        <p:spPr>
          <a:xfrm>
            <a:off x="494671" y="4828863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Plot matplotlib graph (date, sales)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775A401E-F2E4-0464-C804-B6ED58F2C8FA}"/>
              </a:ext>
            </a:extLst>
          </p:cNvPr>
          <p:cNvSpPr/>
          <p:nvPr/>
        </p:nvSpPr>
        <p:spPr>
          <a:xfrm>
            <a:off x="2667895" y="4828863"/>
            <a:ext cx="1508760" cy="996696"/>
          </a:xfrm>
          <a:prstGeom prst="flowChart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Display matplotlib graph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26D4D3-8B7D-51C1-6C0F-D7B5611AAFBD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1249051" y="917032"/>
            <a:ext cx="1" cy="23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E14188-54F8-0698-17F7-7E9C9E290948}"/>
              </a:ext>
            </a:extLst>
          </p:cNvPr>
          <p:cNvCxnSpPr>
            <a:stCxn id="8" idx="2"/>
            <a:endCxn id="5" idx="0"/>
          </p:cNvCxnSpPr>
          <p:nvPr/>
        </p:nvCxnSpPr>
        <p:spPr>
          <a:xfrm>
            <a:off x="1249051" y="2145099"/>
            <a:ext cx="0" cy="23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5684F9-0A7E-93B2-A9A7-56EF6A27639C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1249051" y="3373166"/>
            <a:ext cx="0" cy="23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B4A640-1831-C88F-D7F3-773ECAD63C10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1249051" y="4601233"/>
            <a:ext cx="0" cy="227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D915DE-006D-89EC-9973-A2FACA2A75C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2003431" y="5327211"/>
            <a:ext cx="664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0BDBCB63-6345-4A82-98A9-1560FDFA0E28}"/>
              </a:ext>
            </a:extLst>
          </p:cNvPr>
          <p:cNvSpPr/>
          <p:nvPr/>
        </p:nvSpPr>
        <p:spPr>
          <a:xfrm>
            <a:off x="4997777" y="4994642"/>
            <a:ext cx="2196445" cy="665138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541968-A932-B492-9471-2BBC5F83BEA6}"/>
              </a:ext>
            </a:extLst>
          </p:cNvPr>
          <p:cNvCxnSpPr>
            <a:stCxn id="10" idx="3"/>
            <a:endCxn id="21" idx="1"/>
          </p:cNvCxnSpPr>
          <p:nvPr/>
        </p:nvCxnSpPr>
        <p:spPr>
          <a:xfrm>
            <a:off x="4176655" y="5327211"/>
            <a:ext cx="821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7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F2B2-2520-4E0D-57FF-FBD539CEE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Most_sales</a:t>
            </a:r>
            <a:r>
              <a:rPr lang="en-GB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9FF85-F6B7-7AD0-0023-4E2013CD4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</a:t>
            </a:r>
          </a:p>
          <a:p>
            <a:r>
              <a:rPr lang="en-GB" dirty="0"/>
              <a:t>Go away</a:t>
            </a:r>
          </a:p>
          <a:p>
            <a:r>
              <a:rPr lang="en-GB" dirty="0"/>
              <a:t>Its lunch time </a:t>
            </a:r>
          </a:p>
          <a:p>
            <a:r>
              <a:rPr lang="en-GB" dirty="0"/>
              <a:t>Nuh uh</a:t>
            </a:r>
          </a:p>
          <a:p>
            <a:r>
              <a:rPr lang="en-GB" dirty="0"/>
              <a:t>Leave it alone</a:t>
            </a:r>
          </a:p>
          <a:p>
            <a:r>
              <a:rPr lang="en-GB" dirty="0"/>
              <a:t>It is mean</a:t>
            </a:r>
          </a:p>
          <a:p>
            <a:r>
              <a:rPr lang="en-GB" dirty="0"/>
              <a:t>3:&lt;</a:t>
            </a:r>
          </a:p>
        </p:txBody>
      </p:sp>
    </p:spTree>
    <p:extLst>
      <p:ext uri="{BB962C8B-B14F-4D97-AF65-F5344CB8AC3E}">
        <p14:creationId xmlns:p14="http://schemas.microsoft.com/office/powerpoint/2010/main" val="7014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A4AE-2840-6419-30E6-7A92D553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2766218"/>
            <a:ext cx="7784592" cy="1325563"/>
          </a:xfrm>
        </p:spPr>
        <p:txBody>
          <a:bodyPr/>
          <a:lstStyle/>
          <a:p>
            <a:r>
              <a:rPr lang="en-GB" dirty="0"/>
              <a:t>This slide is deliberately left blank</a:t>
            </a:r>
          </a:p>
        </p:txBody>
      </p:sp>
    </p:spTree>
    <p:extLst>
      <p:ext uri="{BB962C8B-B14F-4D97-AF65-F5344CB8AC3E}">
        <p14:creationId xmlns:p14="http://schemas.microsoft.com/office/powerpoint/2010/main" val="3897001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390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Get_item()</vt:lpstr>
      <vt:lpstr>Get_start_date()</vt:lpstr>
      <vt:lpstr>Get_end_date(start_date)</vt:lpstr>
      <vt:lpstr>Get_data(start_date, end_date, item)</vt:lpstr>
      <vt:lpstr>Mpl_plot(df3)</vt:lpstr>
      <vt:lpstr>Most_sales()</vt:lpstr>
      <vt:lpstr>This slide is deliberately left blank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Scott</dc:creator>
  <cp:lastModifiedBy>Rose Scott</cp:lastModifiedBy>
  <cp:revision>1</cp:revision>
  <dcterms:created xsi:type="dcterms:W3CDTF">2026-01-09T09:53:46Z</dcterms:created>
  <dcterms:modified xsi:type="dcterms:W3CDTF">2026-02-11T14:59:15Z</dcterms:modified>
</cp:coreProperties>
</file>