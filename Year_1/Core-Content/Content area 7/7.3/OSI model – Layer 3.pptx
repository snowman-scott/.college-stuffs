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7AA0D-EA40-010F-5ED6-4AEDF919F1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790949-B18A-4A77-2142-FCF263ACC4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9774E-328A-B5B3-2879-4D29D7AAA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9B1EB-2F48-4E4B-8A18-8C564FB4682C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CC7C78-B566-4503-EC0E-489C9CC6E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21854-F964-7EB2-6976-1F18E17BD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42B76-84D3-4B27-9D40-4B5A5272B4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22544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2283A-CEB0-399F-6946-DF71E00E4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26C3F-04CB-ED69-853B-E6B135B657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084A5F-E7DA-5C2A-F7DD-0DB0C4C72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9B1EB-2F48-4E4B-8A18-8C564FB4682C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EC3786-D788-1129-79B9-30DC5B4A0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4C66F-6CFA-972E-6113-36172C5FB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42B76-84D3-4B27-9D40-4B5A5272B4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6994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6981D-7047-C12C-26FF-248F1BD71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B7786B-DD6F-D654-CFF9-07B22C74F1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C83CB4-D776-307D-D08A-527E181D1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9B1EB-2F48-4E4B-8A18-8C564FB4682C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685D10-80BB-79EE-9C41-F033065D1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65EF2D-7FA5-E844-A2F6-E426756CA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42B76-84D3-4B27-9D40-4B5A5272B4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8722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C42FE-0123-0313-1C22-FAFA60E18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3F9834-4876-F819-65B1-4BB4B19F94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B8B281-2DBE-B255-C74F-31C3D5B346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271918-5CE9-B89C-CA75-C19952182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9B1EB-2F48-4E4B-8A18-8C564FB4682C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AF3978-25FF-BE3F-EAA4-D6F0F1EC1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E03DA2-BD25-F0B0-17AF-8D7316E8B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42B76-84D3-4B27-9D40-4B5A5272B4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925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52C0A-78EA-4710-6C58-EE52D3693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32BD40-8D00-2F54-214D-EB9F3B1C6B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12DF4B-5DB3-685D-1DA0-3FBBDA681C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A64525-18DF-F3A8-CBCF-ECD20E3591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DE4F5-495B-F214-1193-E6FBA27DDF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D672D4-7D2C-DBCC-347D-2F5EA5F9A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9B1EB-2F48-4E4B-8A18-8C564FB4682C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EB4832-F76D-B700-88AD-B515CC811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B991E1-F505-ED06-5808-4321FCDA6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42B76-84D3-4B27-9D40-4B5A5272B4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481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13AF7-B8DE-857F-F66E-DF70CF38E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84DA36-EE04-CD7C-D3F6-7414B8C08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9B1EB-2F48-4E4B-8A18-8C564FB4682C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FF35D-9BDB-FA53-F755-4490E57FD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B7C72A-4D4F-9D19-7998-5D19EA102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42B76-84D3-4B27-9D40-4B5A5272B4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7529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BA46E5-0E4A-FE4F-0654-305382043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9B1EB-2F48-4E4B-8A18-8C564FB4682C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1526A0-8FCC-D7CE-1637-9E41E2A71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EAD5EC-3E67-7F81-8EAE-B392F1AD6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42B76-84D3-4B27-9D40-4B5A5272B4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6918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CF78F-6FA1-0ABB-67AF-5A7E8B665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A9A5BF-6520-5982-49FF-44A5D2F87E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FB41F6-6DF0-3C1B-D21F-754471317E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2DAEE9-721F-6210-B082-003D9BD44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9B1EB-2F48-4E4B-8A18-8C564FB4682C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89734F-81E6-F37B-C7CC-41F30C600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DC0F88-F7CE-E79F-55AE-F4E90123D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42B76-84D3-4B27-9D40-4B5A5272B4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8484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2C39D-05D8-DBD1-5339-2B9121CB7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765576-C12C-5D47-4E75-F9C191FED9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E4B726-DE3F-A507-3AFC-6D5483B731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202ABD-A5E8-9D5F-2646-045720D8E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9B1EB-2F48-4E4B-8A18-8C564FB4682C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864D54-DF32-55B0-FBB0-6D8AE8048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BCB363-B0F0-FCDC-3729-C7D2992BB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42B76-84D3-4B27-9D40-4B5A5272B4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1286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04265-4ACC-7AD6-315B-1CFC9E886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403B73-F19F-8D78-17D5-24C32C2079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6AE7F8-AA42-F642-BEC5-A46634E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9B1EB-2F48-4E4B-8A18-8C564FB4682C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BCFAC9-EBD2-83C9-39B1-77A06127A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13F3C3-7DFD-3244-7A76-638A3152E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42B76-84D3-4B27-9D40-4B5A5272B4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8319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8D4600-AA32-66B2-A195-D11019C568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B703C5-B1AF-6F1A-5021-FF82A3097F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68A09D-7692-FB02-41D3-8BC8E4EDA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9B1EB-2F48-4E4B-8A18-8C564FB4682C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69B53F-6666-FA06-B974-04ABC6754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E2EDD4-BB66-A547-69C1-F0CAFF969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42B76-84D3-4B27-9D40-4B5A5272B4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3218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C7268C-1086-BC0D-3009-9DDBB659A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C80D9D-177A-36F4-BC52-2681CCC1DD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584DCE-3482-FDA8-411B-E6D4649A80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79B1EB-2F48-4E4B-8A18-8C564FB4682C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F61AB0-454F-7EBB-4638-3366E2C4B6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88EC0B-49EC-0A15-77EC-3ED5E6E93E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A42B76-84D3-4B27-9D40-4B5A5272B4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2301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DC4A6-9125-A4B2-351B-FE06B48015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OSI model – Layer 3 </a:t>
            </a:r>
            <a:br>
              <a:rPr lang="en-GB" dirty="0"/>
            </a:br>
            <a:r>
              <a:rPr lang="en-GB" dirty="0"/>
              <a:t>The network layer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0FE77E-BB53-0F65-8D1B-5A779129F9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Rose</a:t>
            </a:r>
          </a:p>
        </p:txBody>
      </p:sp>
    </p:spTree>
    <p:extLst>
      <p:ext uri="{BB962C8B-B14F-4D97-AF65-F5344CB8AC3E}">
        <p14:creationId xmlns:p14="http://schemas.microsoft.com/office/powerpoint/2010/main" val="1138014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1ADFD-16D2-79A9-244B-62970D79F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the Network layer?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98BCA-1DD9-30C6-BACC-B25A60D38E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The network layer is responsible for data routing, packet forwarding and logical addressing.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Layer 3 Handles Fragmentation and reassembly of packets across different networks</a:t>
            </a:r>
          </a:p>
          <a:p>
            <a:pPr marL="0" indent="0">
              <a:buNone/>
            </a:pPr>
            <a:r>
              <a:rPr lang="en-GB" dirty="0"/>
              <a:t>This includes:</a:t>
            </a:r>
          </a:p>
          <a:p>
            <a:pPr marL="0" indent="0">
              <a:buNone/>
            </a:pPr>
            <a:r>
              <a:rPr lang="en-GB" dirty="0"/>
              <a:t>Routing</a:t>
            </a:r>
          </a:p>
          <a:p>
            <a:pPr marL="0" indent="0">
              <a:buNone/>
            </a:pPr>
            <a:r>
              <a:rPr lang="en-GB" dirty="0"/>
              <a:t>Logical addressing</a:t>
            </a:r>
          </a:p>
          <a:p>
            <a:pPr marL="0" indent="0">
              <a:buNone/>
            </a:pPr>
            <a:r>
              <a:rPr lang="en-GB" dirty="0"/>
              <a:t>Quality of service</a:t>
            </a:r>
          </a:p>
        </p:txBody>
      </p:sp>
    </p:spTree>
    <p:extLst>
      <p:ext uri="{BB962C8B-B14F-4D97-AF65-F5344CB8AC3E}">
        <p14:creationId xmlns:p14="http://schemas.microsoft.com/office/powerpoint/2010/main" val="3599781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CDCC7-4BBB-4A67-B1BD-564745493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Routing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20E25-7B25-5C4C-1544-88825F4E98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Routing determines the most optimal path for data to transmit from the source to the detonation across multiple networks.</a:t>
            </a:r>
          </a:p>
        </p:txBody>
      </p:sp>
    </p:spTree>
    <p:extLst>
      <p:ext uri="{BB962C8B-B14F-4D97-AF65-F5344CB8AC3E}">
        <p14:creationId xmlns:p14="http://schemas.microsoft.com/office/powerpoint/2010/main" val="2755785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A99EA-77D0-1BA9-68B0-3558764E1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Logical addressing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C27135-A84D-CFFE-A5E8-AF35E20F0A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Logical addressing assigns and uses logical addresses to uniquely identify devices on a network.</a:t>
            </a:r>
          </a:p>
        </p:txBody>
      </p:sp>
    </p:spTree>
    <p:extLst>
      <p:ext uri="{BB962C8B-B14F-4D97-AF65-F5344CB8AC3E}">
        <p14:creationId xmlns:p14="http://schemas.microsoft.com/office/powerpoint/2010/main" val="2606682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4536E-E239-D1F4-B46E-0589C9A6A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Quality of service (</a:t>
            </a:r>
            <a:r>
              <a:rPr lang="en-GB" dirty="0" err="1"/>
              <a:t>Qos</a:t>
            </a:r>
            <a:r>
              <a:rPr lang="en-GB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F3964-8B99-5C59-4FE5-13F0C6CDEE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 err="1"/>
              <a:t>Qos</a:t>
            </a:r>
            <a:r>
              <a:rPr lang="en-GB" dirty="0"/>
              <a:t> manages data traffic to reduce packet loss, </a:t>
            </a:r>
            <a:r>
              <a:rPr lang="en-GB" dirty="0" err="1"/>
              <a:t>latenc</a:t>
            </a:r>
            <a:r>
              <a:rPr lang="en-GB" dirty="0"/>
              <a:t> and jitter on a network.</a:t>
            </a:r>
          </a:p>
          <a:p>
            <a:pPr marL="0" indent="0">
              <a:buNone/>
            </a:pPr>
            <a:r>
              <a:rPr lang="en-GB" dirty="0"/>
              <a:t>This helps </a:t>
            </a:r>
            <a:r>
              <a:rPr lang="en-GB" dirty="0" err="1"/>
              <a:t>priorotize</a:t>
            </a:r>
            <a:r>
              <a:rPr lang="en-GB" dirty="0"/>
              <a:t> important packets like VOIP packets over video streaming </a:t>
            </a:r>
            <a:r>
              <a:rPr lang="en-GB" dirty="0" err="1"/>
              <a:t>pakets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80624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87890-40B9-9011-0E4D-05D6FE524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9762" y="2766218"/>
            <a:ext cx="8372475" cy="1325563"/>
          </a:xfrm>
        </p:spPr>
        <p:txBody>
          <a:bodyPr/>
          <a:lstStyle/>
          <a:p>
            <a:r>
              <a:rPr lang="en-GB" dirty="0"/>
              <a:t>This slide was deliberately left blank</a:t>
            </a:r>
          </a:p>
        </p:txBody>
      </p:sp>
    </p:spTree>
    <p:extLst>
      <p:ext uri="{BB962C8B-B14F-4D97-AF65-F5344CB8AC3E}">
        <p14:creationId xmlns:p14="http://schemas.microsoft.com/office/powerpoint/2010/main" val="8318383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130</Words>
  <Application>Microsoft Office PowerPoint</Application>
  <PresentationFormat>Widescreen</PresentationFormat>
  <Paragraphs>18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OSI model – Layer 3  The network layer</vt:lpstr>
      <vt:lpstr>What is the Network layer? </vt:lpstr>
      <vt:lpstr>Routing</vt:lpstr>
      <vt:lpstr>Logical addressing</vt:lpstr>
      <vt:lpstr>Quality of service (Qos)</vt:lpstr>
      <vt:lpstr>This slide was deliberately left blank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Rose Scott</dc:creator>
  <cp:lastModifiedBy>Rose Scott</cp:lastModifiedBy>
  <cp:revision>1</cp:revision>
  <dcterms:created xsi:type="dcterms:W3CDTF">2026-03-13T13:48:16Z</dcterms:created>
  <dcterms:modified xsi:type="dcterms:W3CDTF">2026-03-13T14:01:09Z</dcterms:modified>
</cp:coreProperties>
</file>