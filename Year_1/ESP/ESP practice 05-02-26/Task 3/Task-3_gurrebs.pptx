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BD4FE-7E6B-E888-1533-BBB2427223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A4DF44-2457-4E51-6073-749B8C4247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D6F481-641B-D7A2-2DED-87245583A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D7A50-BCC0-4C3E-B02F-07B372C29F70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7AEB8D-F3BA-AFC1-50EE-C2BF7B0D6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B2DE79-248A-4E1E-929D-756C0476C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05BAF-1A02-4E0D-9D09-98F3743A5E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0570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896E2-0941-6B40-2E1C-8CB273C9F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2ECAD-CAE6-D46B-7DA1-C3518733BE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7442CE-3281-8143-578E-487111761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D7A50-BCC0-4C3E-B02F-07B372C29F70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2CAC0-9C71-4E6E-F934-25E00DF0E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3489B0-6AD2-867C-14DD-9FB2B8DB6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05BAF-1A02-4E0D-9D09-98F3743A5E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1850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B9430-4B6C-AFCA-8D3D-F42681E0E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0EEEE-1208-8D03-2B0A-DFF54C0EAD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41FC3B-7C50-2CB6-3F0D-C9EFFF8F0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D7A50-BCC0-4C3E-B02F-07B372C29F70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020ABB-DBC1-098F-B5E2-E1D36B569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73ED3E-9229-C0F1-A7FF-425D3FF73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05BAF-1A02-4E0D-9D09-98F3743A5E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432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917C7-DD3A-0390-3227-272E112DD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65149-556D-CC04-01F4-9C4243CDDB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740925-5C2E-5BB2-8A6A-6E7ADC3A77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A49292-B259-F694-E2B6-6882462B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D7A50-BCC0-4C3E-B02F-07B372C29F70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079814-5F60-E1D7-FB84-410684287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9D25F0-54FE-349E-9E73-51A91D264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05BAF-1A02-4E0D-9D09-98F3743A5E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2190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754B3-8E5A-CA40-C351-AC28CC1F1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D96E3A-F701-36EA-07B8-764C5202B6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0DC102-44D1-D293-65D2-C7935EB9FE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1F8047-6977-B9B6-D3E7-45ADF65F1E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4E9AFC-6684-CF2C-7ABC-5B1CFFC849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A60FB9-3873-067B-6A82-51461AF14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D7A50-BCC0-4C3E-B02F-07B372C29F70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999756-AF25-F9B9-2761-1A3498EED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F1898A-91AC-D537-34F6-93861806B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05BAF-1A02-4E0D-9D09-98F3743A5E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6554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2B44F-239C-03CF-AFC1-64991CB3E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7B53BF-3721-EC4C-230B-0F3B1A4D1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D7A50-BCC0-4C3E-B02F-07B372C29F70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C08D6B-4B0B-B5BD-D27A-0195070CB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D9632-0350-1513-BBCB-C4D2D0A12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05BAF-1A02-4E0D-9D09-98F3743A5E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0965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0272AD-0C73-731F-EE92-64AF666C1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D7A50-BCC0-4C3E-B02F-07B372C29F70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3692EC-6421-0506-7262-DEE5BAE1A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465233-278A-1950-FC98-0884A498C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05BAF-1A02-4E0D-9D09-98F3743A5E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5600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E109-A076-CC59-8B93-5B26E52F8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82F04-2E4F-BC1D-02E8-447F921DA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6ADEDA-E499-3975-9F3B-539FF2800C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5B23FE-2EF7-A6D8-CD27-7DCB320A1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D7A50-BCC0-4C3E-B02F-07B372C29F70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CDC1D-9225-5503-8C0A-F04E0FE3A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71492C-8CC9-25CB-DD4C-D4B51C539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05BAF-1A02-4E0D-9D09-98F3743A5E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415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5B8DE-85F5-5557-5C60-4E6F85F14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AA34F9-F2F9-5D36-ABAD-71A26BC9EF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343F17-F33F-24B6-A700-9FBF21242F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3AA933-A636-DBB1-AE10-2C47DAD16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D7A50-BCC0-4C3E-B02F-07B372C29F70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53F2A4-6682-E56D-764C-192DF526C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D0E55E-EA82-C82B-05B0-CE9E6EEA7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05BAF-1A02-4E0D-9D09-98F3743A5E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9023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1D42E-377E-34EF-07FE-5D13F769C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102D40-7CCD-496A-7D11-64FDF795C6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7DD76D-E622-3C95-696E-ADB7A8EC9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D7A50-BCC0-4C3E-B02F-07B372C29F70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0FB0FA-0511-350D-A28D-57ECE7308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EB34B6-5B4D-F57A-E7D6-60EAF7752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05BAF-1A02-4E0D-9D09-98F3743A5E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6541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F42A65-E721-6A8D-9503-F5494573DC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A578B8-EFF1-58AB-4CD4-25E114AEE0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B800F1-4B23-51FB-4250-E3E3BF836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D7A50-BCC0-4C3E-B02F-07B372C29F70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75718F-2211-65B6-1E8A-837D5C61F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C60826-4699-43DB-46DE-57B12DACC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05BAF-1A02-4E0D-9D09-98F3743A5E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6075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364A82-CF20-BEE6-24EC-D0C799CF5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783601-071A-C26E-CDD2-2A083BF0B4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7084A4-108C-937A-BA3E-6BF9A5611D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DD7A50-BCC0-4C3E-B02F-07B372C29F70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7EE7C8-00A0-566A-BD2F-C589BA32DE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2857A-E433-2450-756E-5CA3C5DE0C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005BAF-1A02-4E0D-9D09-98F3743A5E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0400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Process 3">
            <a:extLst>
              <a:ext uri="{FF2B5EF4-FFF2-40B4-BE49-F238E27FC236}">
                <a16:creationId xmlns:a16="http://schemas.microsoft.com/office/drawing/2014/main" id="{E3A716BB-8B23-A971-E755-DE8F925C755D}"/>
              </a:ext>
            </a:extLst>
          </p:cNvPr>
          <p:cNvSpPr/>
          <p:nvPr/>
        </p:nvSpPr>
        <p:spPr>
          <a:xfrm>
            <a:off x="5115306" y="134113"/>
            <a:ext cx="1961388" cy="1082040"/>
          </a:xfrm>
          <a:prstGeom prst="flowChartProcess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Main menu</a:t>
            </a:r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8B4D1880-0BC9-D38A-261B-E9B7DBA4018C}"/>
              </a:ext>
            </a:extLst>
          </p:cNvPr>
          <p:cNvSpPr/>
          <p:nvPr/>
        </p:nvSpPr>
        <p:spPr>
          <a:xfrm>
            <a:off x="1421130" y="5090161"/>
            <a:ext cx="1961388" cy="1082040"/>
          </a:xfrm>
          <a:prstGeom prst="flowChartProcess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Fiter data to that item</a:t>
            </a:r>
          </a:p>
        </p:txBody>
      </p:sp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4B591D07-8979-E3B0-AFB4-04F4A1BBBE0B}"/>
              </a:ext>
            </a:extLst>
          </p:cNvPr>
          <p:cNvSpPr/>
          <p:nvPr/>
        </p:nvSpPr>
        <p:spPr>
          <a:xfrm>
            <a:off x="1421130" y="3416809"/>
            <a:ext cx="1961388" cy="1082040"/>
          </a:xfrm>
          <a:prstGeom prst="flowChartProcess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Get user input</a:t>
            </a:r>
          </a:p>
        </p:txBody>
      </p:sp>
      <p:sp>
        <p:nvSpPr>
          <p:cNvPr id="7" name="Flowchart: Process 6">
            <a:extLst>
              <a:ext uri="{FF2B5EF4-FFF2-40B4-BE49-F238E27FC236}">
                <a16:creationId xmlns:a16="http://schemas.microsoft.com/office/drawing/2014/main" id="{DED88A1F-B56F-A858-1AD0-D882033CA420}"/>
              </a:ext>
            </a:extLst>
          </p:cNvPr>
          <p:cNvSpPr/>
          <p:nvPr/>
        </p:nvSpPr>
        <p:spPr>
          <a:xfrm>
            <a:off x="1421130" y="1743457"/>
            <a:ext cx="1961388" cy="1082040"/>
          </a:xfrm>
          <a:prstGeom prst="flowChartProcess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Select item</a:t>
            </a:r>
          </a:p>
        </p:txBody>
      </p: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3945A815-3986-7535-A76C-832E713ECB31}"/>
              </a:ext>
            </a:extLst>
          </p:cNvPr>
          <p:cNvSpPr/>
          <p:nvPr/>
        </p:nvSpPr>
        <p:spPr>
          <a:xfrm>
            <a:off x="3912870" y="1743457"/>
            <a:ext cx="1961388" cy="1082040"/>
          </a:xfrm>
          <a:prstGeom prst="flowChartProcess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Get time range</a:t>
            </a:r>
          </a:p>
        </p:txBody>
      </p:sp>
      <p:sp>
        <p:nvSpPr>
          <p:cNvPr id="10" name="Flowchart: Process 9">
            <a:extLst>
              <a:ext uri="{FF2B5EF4-FFF2-40B4-BE49-F238E27FC236}">
                <a16:creationId xmlns:a16="http://schemas.microsoft.com/office/drawing/2014/main" id="{2A724429-ACC8-76CD-1F23-98B9C727B21C}"/>
              </a:ext>
            </a:extLst>
          </p:cNvPr>
          <p:cNvSpPr/>
          <p:nvPr/>
        </p:nvSpPr>
        <p:spPr>
          <a:xfrm>
            <a:off x="3912870" y="3416809"/>
            <a:ext cx="1961388" cy="1082040"/>
          </a:xfrm>
          <a:prstGeom prst="flowChartProcess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Get user input</a:t>
            </a:r>
          </a:p>
        </p:txBody>
      </p:sp>
      <p:sp>
        <p:nvSpPr>
          <p:cNvPr id="11" name="Flowchart: Process 10">
            <a:extLst>
              <a:ext uri="{FF2B5EF4-FFF2-40B4-BE49-F238E27FC236}">
                <a16:creationId xmlns:a16="http://schemas.microsoft.com/office/drawing/2014/main" id="{2D3CD4B9-F42C-48D3-899C-A7D26B4C9544}"/>
              </a:ext>
            </a:extLst>
          </p:cNvPr>
          <p:cNvSpPr/>
          <p:nvPr/>
        </p:nvSpPr>
        <p:spPr>
          <a:xfrm>
            <a:off x="3912870" y="5090161"/>
            <a:ext cx="1961388" cy="1082040"/>
          </a:xfrm>
          <a:prstGeom prst="flowChartProcess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Filter data to that date range</a:t>
            </a:r>
          </a:p>
        </p:txBody>
      </p:sp>
      <p:sp>
        <p:nvSpPr>
          <p:cNvPr id="15" name="Flowchart: Process 14">
            <a:extLst>
              <a:ext uri="{FF2B5EF4-FFF2-40B4-BE49-F238E27FC236}">
                <a16:creationId xmlns:a16="http://schemas.microsoft.com/office/drawing/2014/main" id="{EBE83CC3-70F4-0F34-05B9-40FB75CD82C5}"/>
              </a:ext>
            </a:extLst>
          </p:cNvPr>
          <p:cNvSpPr/>
          <p:nvPr/>
        </p:nvSpPr>
        <p:spPr>
          <a:xfrm>
            <a:off x="6404610" y="1743457"/>
            <a:ext cx="1961388" cy="1082040"/>
          </a:xfrm>
          <a:prstGeom prst="flowChartProcess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Display data</a:t>
            </a:r>
          </a:p>
        </p:txBody>
      </p:sp>
      <p:sp>
        <p:nvSpPr>
          <p:cNvPr id="16" name="Flowchart: Process 15">
            <a:extLst>
              <a:ext uri="{FF2B5EF4-FFF2-40B4-BE49-F238E27FC236}">
                <a16:creationId xmlns:a16="http://schemas.microsoft.com/office/drawing/2014/main" id="{DA37AE9F-4299-61E6-B8C0-070D41143F4D}"/>
              </a:ext>
            </a:extLst>
          </p:cNvPr>
          <p:cNvSpPr/>
          <p:nvPr/>
        </p:nvSpPr>
        <p:spPr>
          <a:xfrm>
            <a:off x="6404610" y="3416809"/>
            <a:ext cx="1961388" cy="1082040"/>
          </a:xfrm>
          <a:prstGeom prst="flowChartProcess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Display average sold</a:t>
            </a:r>
          </a:p>
        </p:txBody>
      </p:sp>
      <p:sp>
        <p:nvSpPr>
          <p:cNvPr id="17" name="Flowchart: Process 16">
            <a:extLst>
              <a:ext uri="{FF2B5EF4-FFF2-40B4-BE49-F238E27FC236}">
                <a16:creationId xmlns:a16="http://schemas.microsoft.com/office/drawing/2014/main" id="{32D0520C-2CBF-7AC5-8F32-0B25D6D5E1A9}"/>
              </a:ext>
            </a:extLst>
          </p:cNvPr>
          <p:cNvSpPr/>
          <p:nvPr/>
        </p:nvSpPr>
        <p:spPr>
          <a:xfrm>
            <a:off x="6404610" y="5090161"/>
            <a:ext cx="1961388" cy="1082040"/>
          </a:xfrm>
          <a:prstGeom prst="flowChartProcess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Display day which sold the most in the selected time period</a:t>
            </a:r>
          </a:p>
        </p:txBody>
      </p:sp>
      <p:sp>
        <p:nvSpPr>
          <p:cNvPr id="18" name="Flowchart: Process 17">
            <a:extLst>
              <a:ext uri="{FF2B5EF4-FFF2-40B4-BE49-F238E27FC236}">
                <a16:creationId xmlns:a16="http://schemas.microsoft.com/office/drawing/2014/main" id="{C6137F7D-22AC-0695-94D3-61EDFDAA6F1A}"/>
              </a:ext>
            </a:extLst>
          </p:cNvPr>
          <p:cNvSpPr/>
          <p:nvPr/>
        </p:nvSpPr>
        <p:spPr>
          <a:xfrm>
            <a:off x="8896350" y="1743457"/>
            <a:ext cx="1961388" cy="1082040"/>
          </a:xfrm>
          <a:prstGeom prst="flowChartProcess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Show data with graph</a:t>
            </a:r>
          </a:p>
        </p:txBody>
      </p:sp>
      <p:sp>
        <p:nvSpPr>
          <p:cNvPr id="19" name="Flowchart: Process 18">
            <a:extLst>
              <a:ext uri="{FF2B5EF4-FFF2-40B4-BE49-F238E27FC236}">
                <a16:creationId xmlns:a16="http://schemas.microsoft.com/office/drawing/2014/main" id="{8A2D16B6-48A8-2283-060E-26121AF577EB}"/>
              </a:ext>
            </a:extLst>
          </p:cNvPr>
          <p:cNvSpPr/>
          <p:nvPr/>
        </p:nvSpPr>
        <p:spPr>
          <a:xfrm>
            <a:off x="8896350" y="3416809"/>
            <a:ext cx="1961388" cy="1082040"/>
          </a:xfrm>
          <a:prstGeom prst="flowChartProcess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Filter data</a:t>
            </a:r>
          </a:p>
        </p:txBody>
      </p:sp>
      <p:sp>
        <p:nvSpPr>
          <p:cNvPr id="20" name="Flowchart: Process 19">
            <a:extLst>
              <a:ext uri="{FF2B5EF4-FFF2-40B4-BE49-F238E27FC236}">
                <a16:creationId xmlns:a16="http://schemas.microsoft.com/office/drawing/2014/main" id="{429F4CF8-B140-9762-AC70-782F13D6CA8A}"/>
              </a:ext>
            </a:extLst>
          </p:cNvPr>
          <p:cNvSpPr/>
          <p:nvPr/>
        </p:nvSpPr>
        <p:spPr>
          <a:xfrm>
            <a:off x="8896350" y="5090161"/>
            <a:ext cx="1961388" cy="1082040"/>
          </a:xfrm>
          <a:prstGeom prst="flowChartProcess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Plot graph and display with matplotlib</a:t>
            </a:r>
          </a:p>
        </p:txBody>
      </p:sp>
    </p:spTree>
    <p:extLst>
      <p:ext uri="{BB962C8B-B14F-4D97-AF65-F5344CB8AC3E}">
        <p14:creationId xmlns:p14="http://schemas.microsoft.com/office/powerpoint/2010/main" val="1848295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owchart: Terminator 5">
            <a:extLst>
              <a:ext uri="{FF2B5EF4-FFF2-40B4-BE49-F238E27FC236}">
                <a16:creationId xmlns:a16="http://schemas.microsoft.com/office/drawing/2014/main" id="{5AACE59C-A03C-59D1-6FAC-E8306173CF14}"/>
              </a:ext>
            </a:extLst>
          </p:cNvPr>
          <p:cNvSpPr/>
          <p:nvPr/>
        </p:nvSpPr>
        <p:spPr>
          <a:xfrm>
            <a:off x="356616" y="365760"/>
            <a:ext cx="2569464" cy="713232"/>
          </a:xfrm>
          <a:prstGeom prst="flowChartTermina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Start</a:t>
            </a:r>
          </a:p>
        </p:txBody>
      </p:sp>
      <p:sp>
        <p:nvSpPr>
          <p:cNvPr id="7" name="Flowchart: Process 6">
            <a:extLst>
              <a:ext uri="{FF2B5EF4-FFF2-40B4-BE49-F238E27FC236}">
                <a16:creationId xmlns:a16="http://schemas.microsoft.com/office/drawing/2014/main" id="{C19FF7D7-A304-CC3E-F79A-D43AF5D521EB}"/>
              </a:ext>
            </a:extLst>
          </p:cNvPr>
          <p:cNvSpPr/>
          <p:nvPr/>
        </p:nvSpPr>
        <p:spPr>
          <a:xfrm>
            <a:off x="822960" y="1399032"/>
            <a:ext cx="1636776" cy="1179576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Import pandas </a:t>
            </a:r>
            <a:r>
              <a:rPr lang="en-GB" dirty="0" err="1"/>
              <a:t>libary</a:t>
            </a:r>
            <a:endParaRPr lang="en-GB" dirty="0"/>
          </a:p>
        </p:txBody>
      </p:sp>
      <p:sp>
        <p:nvSpPr>
          <p:cNvPr id="8" name="Flowchart: Process 7">
            <a:extLst>
              <a:ext uri="{FF2B5EF4-FFF2-40B4-BE49-F238E27FC236}">
                <a16:creationId xmlns:a16="http://schemas.microsoft.com/office/drawing/2014/main" id="{E0471715-8B4F-2F90-3E35-6F88E97E1B74}"/>
              </a:ext>
            </a:extLst>
          </p:cNvPr>
          <p:cNvSpPr/>
          <p:nvPr/>
        </p:nvSpPr>
        <p:spPr>
          <a:xfrm>
            <a:off x="822960" y="3099817"/>
            <a:ext cx="1636776" cy="1179576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Import </a:t>
            </a:r>
            <a:r>
              <a:rPr lang="en-GB" dirty="0" err="1"/>
              <a:t>matplotlib.pyplot</a:t>
            </a:r>
            <a:r>
              <a:rPr lang="en-GB" dirty="0"/>
              <a:t> </a:t>
            </a:r>
            <a:r>
              <a:rPr lang="en-GB" dirty="0" err="1"/>
              <a:t>libary</a:t>
            </a:r>
            <a:endParaRPr lang="en-GB" dirty="0"/>
          </a:p>
        </p:txBody>
      </p: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0C3AA953-3FD3-6B3E-2433-0044EE03A5F3}"/>
              </a:ext>
            </a:extLst>
          </p:cNvPr>
          <p:cNvSpPr/>
          <p:nvPr/>
        </p:nvSpPr>
        <p:spPr>
          <a:xfrm>
            <a:off x="822960" y="4800602"/>
            <a:ext cx="1636776" cy="1179576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Item = </a:t>
            </a:r>
            <a:r>
              <a:rPr lang="en-GB" dirty="0" err="1"/>
              <a:t>get_Item</a:t>
            </a:r>
            <a:r>
              <a:rPr lang="en-GB" dirty="0"/>
              <a:t>()</a:t>
            </a:r>
          </a:p>
        </p:txBody>
      </p:sp>
      <p:sp>
        <p:nvSpPr>
          <p:cNvPr id="10" name="Flowchart: Process 9">
            <a:extLst>
              <a:ext uri="{FF2B5EF4-FFF2-40B4-BE49-F238E27FC236}">
                <a16:creationId xmlns:a16="http://schemas.microsoft.com/office/drawing/2014/main" id="{6D64708C-E325-FAD7-0812-EB1B4203114C}"/>
              </a:ext>
            </a:extLst>
          </p:cNvPr>
          <p:cNvSpPr/>
          <p:nvPr/>
        </p:nvSpPr>
        <p:spPr>
          <a:xfrm>
            <a:off x="3736848" y="4800602"/>
            <a:ext cx="1636776" cy="1179576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S_date</a:t>
            </a:r>
            <a:r>
              <a:rPr lang="en-GB" dirty="0"/>
              <a:t> =</a:t>
            </a:r>
          </a:p>
          <a:p>
            <a:pPr algn="ctr"/>
            <a:r>
              <a:rPr lang="en-GB" dirty="0" err="1"/>
              <a:t>get_start_date</a:t>
            </a:r>
            <a:r>
              <a:rPr lang="en-GB" dirty="0"/>
              <a:t>()</a:t>
            </a:r>
          </a:p>
        </p:txBody>
      </p:sp>
      <p:sp>
        <p:nvSpPr>
          <p:cNvPr id="12" name="Flowchart: Process 11">
            <a:extLst>
              <a:ext uri="{FF2B5EF4-FFF2-40B4-BE49-F238E27FC236}">
                <a16:creationId xmlns:a16="http://schemas.microsoft.com/office/drawing/2014/main" id="{DDEF423B-02AC-E0F3-E96A-468452E63EC3}"/>
              </a:ext>
            </a:extLst>
          </p:cNvPr>
          <p:cNvSpPr/>
          <p:nvPr/>
        </p:nvSpPr>
        <p:spPr>
          <a:xfrm>
            <a:off x="3734180" y="1399032"/>
            <a:ext cx="1636776" cy="1179576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Extract =</a:t>
            </a:r>
          </a:p>
          <a:p>
            <a:pPr algn="ctr"/>
            <a:r>
              <a:rPr lang="en-GB" dirty="0" err="1"/>
              <a:t>get_data</a:t>
            </a:r>
            <a:r>
              <a:rPr lang="en-GB" dirty="0"/>
              <a:t> (item, start, end</a:t>
            </a:r>
          </a:p>
        </p:txBody>
      </p:sp>
      <p:sp>
        <p:nvSpPr>
          <p:cNvPr id="13" name="Flowchart: Process 12">
            <a:extLst>
              <a:ext uri="{FF2B5EF4-FFF2-40B4-BE49-F238E27FC236}">
                <a16:creationId xmlns:a16="http://schemas.microsoft.com/office/drawing/2014/main" id="{14881007-F633-2B8E-A4C3-6ED00267E4C1}"/>
              </a:ext>
            </a:extLst>
          </p:cNvPr>
          <p:cNvSpPr/>
          <p:nvPr/>
        </p:nvSpPr>
        <p:spPr>
          <a:xfrm>
            <a:off x="6645401" y="1399032"/>
            <a:ext cx="1636776" cy="1179576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Find date when most sales was = </a:t>
            </a:r>
          </a:p>
          <a:p>
            <a:pPr algn="ctr"/>
            <a:r>
              <a:rPr lang="en-GB" dirty="0" err="1"/>
              <a:t>Most_sales</a:t>
            </a:r>
            <a:r>
              <a:rPr lang="en-GB" dirty="0"/>
              <a:t>()</a:t>
            </a:r>
          </a:p>
        </p:txBody>
      </p:sp>
      <p:sp>
        <p:nvSpPr>
          <p:cNvPr id="16" name="Flowchart: Process 15">
            <a:extLst>
              <a:ext uri="{FF2B5EF4-FFF2-40B4-BE49-F238E27FC236}">
                <a16:creationId xmlns:a16="http://schemas.microsoft.com/office/drawing/2014/main" id="{ACB1A64A-41A4-5B2D-5260-9A67DCD2B161}"/>
              </a:ext>
            </a:extLst>
          </p:cNvPr>
          <p:cNvSpPr/>
          <p:nvPr/>
        </p:nvSpPr>
        <p:spPr>
          <a:xfrm>
            <a:off x="6645401" y="4800602"/>
            <a:ext cx="1636776" cy="1179576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Display data in table</a:t>
            </a:r>
          </a:p>
          <a:p>
            <a:pPr algn="ctr"/>
            <a:r>
              <a:rPr lang="en-GB" dirty="0"/>
              <a:t>=</a:t>
            </a:r>
          </a:p>
          <a:p>
            <a:pPr algn="ctr"/>
            <a:r>
              <a:rPr lang="en-GB" dirty="0" err="1"/>
              <a:t>Mpl_plot</a:t>
            </a:r>
            <a:r>
              <a:rPr lang="en-GB" dirty="0"/>
              <a:t>()</a:t>
            </a:r>
          </a:p>
        </p:txBody>
      </p:sp>
      <p:sp>
        <p:nvSpPr>
          <p:cNvPr id="17" name="Flowchart: Process 16">
            <a:extLst>
              <a:ext uri="{FF2B5EF4-FFF2-40B4-BE49-F238E27FC236}">
                <a16:creationId xmlns:a16="http://schemas.microsoft.com/office/drawing/2014/main" id="{03699F32-0076-D1EA-33BB-A5B191F87AAF}"/>
              </a:ext>
            </a:extLst>
          </p:cNvPr>
          <p:cNvSpPr/>
          <p:nvPr/>
        </p:nvSpPr>
        <p:spPr>
          <a:xfrm>
            <a:off x="6645401" y="3099817"/>
            <a:ext cx="1636776" cy="1179576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Display_data</a:t>
            </a:r>
            <a:r>
              <a:rPr lang="en-GB" dirty="0"/>
              <a:t> =</a:t>
            </a:r>
          </a:p>
          <a:p>
            <a:pPr algn="ctr"/>
            <a:r>
              <a:rPr lang="en-GB" dirty="0" err="1"/>
              <a:t>Display_d</a:t>
            </a:r>
            <a:r>
              <a:rPr lang="en-GB" dirty="0"/>
              <a:t>()</a:t>
            </a:r>
          </a:p>
        </p:txBody>
      </p:sp>
      <p:sp>
        <p:nvSpPr>
          <p:cNvPr id="18" name="Flowchart: Terminator 17">
            <a:extLst>
              <a:ext uri="{FF2B5EF4-FFF2-40B4-BE49-F238E27FC236}">
                <a16:creationId xmlns:a16="http://schemas.microsoft.com/office/drawing/2014/main" id="{C8A8AEEA-7C05-21AF-360B-E8B63D212374}"/>
              </a:ext>
            </a:extLst>
          </p:cNvPr>
          <p:cNvSpPr/>
          <p:nvPr/>
        </p:nvSpPr>
        <p:spPr>
          <a:xfrm>
            <a:off x="8991600" y="5033774"/>
            <a:ext cx="2569464" cy="713232"/>
          </a:xfrm>
          <a:prstGeom prst="flowChartTermina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End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5DDC749-FECD-C879-40D6-E6ADFE073457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1641348" y="1078992"/>
            <a:ext cx="0" cy="3200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BCDEC92-E232-B7F5-746C-8169FC1FE47A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1641348" y="2578608"/>
            <a:ext cx="0" cy="5212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AC25E89-4E62-B627-8748-2AF601A090A5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1641348" y="4279393"/>
            <a:ext cx="0" cy="5212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1038DD7-B3BB-9CAA-48B3-9EA0F249244F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2459736" y="5390390"/>
            <a:ext cx="127711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0D3876C-CABC-897F-BD5B-9381D6175315}"/>
              </a:ext>
            </a:extLst>
          </p:cNvPr>
          <p:cNvCxnSpPr>
            <a:stCxn id="17" idx="2"/>
            <a:endCxn id="16" idx="0"/>
          </p:cNvCxnSpPr>
          <p:nvPr/>
        </p:nvCxnSpPr>
        <p:spPr>
          <a:xfrm>
            <a:off x="7463789" y="4279393"/>
            <a:ext cx="0" cy="5212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5BA41AA8-A351-BEEA-AEAD-2FBAE4669724}"/>
              </a:ext>
            </a:extLst>
          </p:cNvPr>
          <p:cNvSpPr txBox="1"/>
          <p:nvPr/>
        </p:nvSpPr>
        <p:spPr>
          <a:xfrm>
            <a:off x="3118103" y="137160"/>
            <a:ext cx="2304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Main menu</a:t>
            </a:r>
          </a:p>
        </p:txBody>
      </p:sp>
      <p:sp>
        <p:nvSpPr>
          <p:cNvPr id="47" name="Flowchart: Process 46">
            <a:extLst>
              <a:ext uri="{FF2B5EF4-FFF2-40B4-BE49-F238E27FC236}">
                <a16:creationId xmlns:a16="http://schemas.microsoft.com/office/drawing/2014/main" id="{F00C5794-9FFA-505B-3BD8-5FFFFD269613}"/>
              </a:ext>
            </a:extLst>
          </p:cNvPr>
          <p:cNvSpPr/>
          <p:nvPr/>
        </p:nvSpPr>
        <p:spPr>
          <a:xfrm>
            <a:off x="3734180" y="3099817"/>
            <a:ext cx="1636776" cy="1179576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E_date</a:t>
            </a:r>
            <a:r>
              <a:rPr lang="en-GB" dirty="0"/>
              <a:t> =</a:t>
            </a:r>
          </a:p>
          <a:p>
            <a:pPr algn="ctr"/>
            <a:r>
              <a:rPr lang="en-GB" dirty="0" err="1"/>
              <a:t>get_end_date</a:t>
            </a:r>
            <a:r>
              <a:rPr lang="en-GB" dirty="0"/>
              <a:t>()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0AD61927-1689-8479-2406-F58692931FEB}"/>
              </a:ext>
            </a:extLst>
          </p:cNvPr>
          <p:cNvCxnSpPr>
            <a:stCxn id="10" idx="0"/>
            <a:endCxn id="47" idx="2"/>
          </p:cNvCxnSpPr>
          <p:nvPr/>
        </p:nvCxnSpPr>
        <p:spPr>
          <a:xfrm flipH="1" flipV="1">
            <a:off x="4552568" y="4279393"/>
            <a:ext cx="2668" cy="5212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2B2C0140-1494-B2DE-B840-32D43B867E7F}"/>
              </a:ext>
            </a:extLst>
          </p:cNvPr>
          <p:cNvCxnSpPr>
            <a:stCxn id="47" idx="0"/>
            <a:endCxn id="12" idx="2"/>
          </p:cNvCxnSpPr>
          <p:nvPr/>
        </p:nvCxnSpPr>
        <p:spPr>
          <a:xfrm flipV="1">
            <a:off x="4552568" y="2578608"/>
            <a:ext cx="0" cy="5212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C839621-50EB-2F64-D367-C6985D3F8EEC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>
            <a:off x="5370956" y="1988820"/>
            <a:ext cx="12744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C6B2740-4EE0-613D-9B69-082C753ED3E4}"/>
              </a:ext>
            </a:extLst>
          </p:cNvPr>
          <p:cNvCxnSpPr>
            <a:stCxn id="13" idx="2"/>
            <a:endCxn id="17" idx="0"/>
          </p:cNvCxnSpPr>
          <p:nvPr/>
        </p:nvCxnSpPr>
        <p:spPr>
          <a:xfrm>
            <a:off x="7463789" y="2578608"/>
            <a:ext cx="0" cy="5212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03694A68-2FAA-68FD-FA9B-7CF2A3663062}"/>
              </a:ext>
            </a:extLst>
          </p:cNvPr>
          <p:cNvCxnSpPr>
            <a:stCxn id="16" idx="3"/>
            <a:endCxn id="18" idx="1"/>
          </p:cNvCxnSpPr>
          <p:nvPr/>
        </p:nvCxnSpPr>
        <p:spPr>
          <a:xfrm>
            <a:off x="8282177" y="5390390"/>
            <a:ext cx="70942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8299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C4B86B6-7549-6167-C8CE-CCBBCC7E7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4759" y="-80675"/>
            <a:ext cx="2876746" cy="665138"/>
          </a:xfrm>
        </p:spPr>
        <p:txBody>
          <a:bodyPr>
            <a:normAutofit fontScale="90000"/>
          </a:bodyPr>
          <a:lstStyle/>
          <a:p>
            <a:r>
              <a:rPr lang="en-GB" dirty="0" err="1"/>
              <a:t>Get_item</a:t>
            </a:r>
            <a:r>
              <a:rPr lang="en-GB" dirty="0"/>
              <a:t>()</a:t>
            </a:r>
          </a:p>
        </p:txBody>
      </p:sp>
      <p:sp>
        <p:nvSpPr>
          <p:cNvPr id="5" name="Flowchart: Terminator 4">
            <a:extLst>
              <a:ext uri="{FF2B5EF4-FFF2-40B4-BE49-F238E27FC236}">
                <a16:creationId xmlns:a16="http://schemas.microsoft.com/office/drawing/2014/main" id="{AFE527D7-3465-8831-D981-9EFA16FA7DAA}"/>
              </a:ext>
            </a:extLst>
          </p:cNvPr>
          <p:cNvSpPr/>
          <p:nvPr/>
        </p:nvSpPr>
        <p:spPr>
          <a:xfrm>
            <a:off x="150829" y="251894"/>
            <a:ext cx="2196445" cy="665138"/>
          </a:xfrm>
          <a:prstGeom prst="flowChartTermina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Start</a:t>
            </a:r>
          </a:p>
        </p:txBody>
      </p:sp>
      <p:sp>
        <p:nvSpPr>
          <p:cNvPr id="6" name="Flowchart: Data 5">
            <a:extLst>
              <a:ext uri="{FF2B5EF4-FFF2-40B4-BE49-F238E27FC236}">
                <a16:creationId xmlns:a16="http://schemas.microsoft.com/office/drawing/2014/main" id="{7ECEB732-3DE0-34E1-7761-D44A84F480D6}"/>
              </a:ext>
            </a:extLst>
          </p:cNvPr>
          <p:cNvSpPr/>
          <p:nvPr/>
        </p:nvSpPr>
        <p:spPr>
          <a:xfrm>
            <a:off x="150825" y="1382617"/>
            <a:ext cx="2196445" cy="970961"/>
          </a:xfrm>
          <a:prstGeom prst="flowChartInputOutpu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Output food items options</a:t>
            </a:r>
          </a:p>
        </p:txBody>
      </p:sp>
      <p:sp>
        <p:nvSpPr>
          <p:cNvPr id="7" name="Flowchart: Data 6">
            <a:extLst>
              <a:ext uri="{FF2B5EF4-FFF2-40B4-BE49-F238E27FC236}">
                <a16:creationId xmlns:a16="http://schemas.microsoft.com/office/drawing/2014/main" id="{CE98C24F-C3FD-7C90-F814-BB04FBF34D1A}"/>
              </a:ext>
            </a:extLst>
          </p:cNvPr>
          <p:cNvSpPr/>
          <p:nvPr/>
        </p:nvSpPr>
        <p:spPr>
          <a:xfrm>
            <a:off x="150826" y="2819164"/>
            <a:ext cx="2196445" cy="970961"/>
          </a:xfrm>
          <a:prstGeom prst="flowChartInputOutpu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Output “Please select an item”</a:t>
            </a:r>
          </a:p>
        </p:txBody>
      </p:sp>
      <p:sp>
        <p:nvSpPr>
          <p:cNvPr id="8" name="Flowchart: Data 7">
            <a:extLst>
              <a:ext uri="{FF2B5EF4-FFF2-40B4-BE49-F238E27FC236}">
                <a16:creationId xmlns:a16="http://schemas.microsoft.com/office/drawing/2014/main" id="{0C7096DB-F0C6-21E2-1A6E-288C78F3803C}"/>
              </a:ext>
            </a:extLst>
          </p:cNvPr>
          <p:cNvSpPr/>
          <p:nvPr/>
        </p:nvSpPr>
        <p:spPr>
          <a:xfrm>
            <a:off x="150824" y="4255710"/>
            <a:ext cx="2196445" cy="970961"/>
          </a:xfrm>
          <a:prstGeom prst="flowChartInputOutpu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Item = INPUT</a:t>
            </a:r>
          </a:p>
        </p:txBody>
      </p:sp>
      <p:sp>
        <p:nvSpPr>
          <p:cNvPr id="9" name="Flowchart: Decision 8">
            <a:extLst>
              <a:ext uri="{FF2B5EF4-FFF2-40B4-BE49-F238E27FC236}">
                <a16:creationId xmlns:a16="http://schemas.microsoft.com/office/drawing/2014/main" id="{90D92296-11BB-8B17-71B7-9C6ED1EF41DD}"/>
              </a:ext>
            </a:extLst>
          </p:cNvPr>
          <p:cNvSpPr/>
          <p:nvPr/>
        </p:nvSpPr>
        <p:spPr>
          <a:xfrm>
            <a:off x="3219254" y="3737235"/>
            <a:ext cx="2876746" cy="2007910"/>
          </a:xfrm>
          <a:prstGeom prst="flowChartDecision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Is item in list of items?</a:t>
            </a:r>
          </a:p>
        </p:txBody>
      </p:sp>
      <p:sp>
        <p:nvSpPr>
          <p:cNvPr id="10" name="Flowchart: Terminator 9">
            <a:extLst>
              <a:ext uri="{FF2B5EF4-FFF2-40B4-BE49-F238E27FC236}">
                <a16:creationId xmlns:a16="http://schemas.microsoft.com/office/drawing/2014/main" id="{F57D0CCF-77E2-C891-CD55-2BF19B3F009F}"/>
              </a:ext>
            </a:extLst>
          </p:cNvPr>
          <p:cNvSpPr/>
          <p:nvPr/>
        </p:nvSpPr>
        <p:spPr>
          <a:xfrm>
            <a:off x="7835246" y="4408621"/>
            <a:ext cx="2196445" cy="665138"/>
          </a:xfrm>
          <a:prstGeom prst="flowChartTermina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Return Item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E19CF7-5900-F76A-8281-874349AB883C}"/>
              </a:ext>
            </a:extLst>
          </p:cNvPr>
          <p:cNvSpPr txBox="1"/>
          <p:nvPr/>
        </p:nvSpPr>
        <p:spPr>
          <a:xfrm>
            <a:off x="4657627" y="3420793"/>
            <a:ext cx="1008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B45A05-04E5-54D6-9720-CC65E1466252}"/>
              </a:ext>
            </a:extLst>
          </p:cNvPr>
          <p:cNvSpPr txBox="1"/>
          <p:nvPr/>
        </p:nvSpPr>
        <p:spPr>
          <a:xfrm>
            <a:off x="6535132" y="5073759"/>
            <a:ext cx="1008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Yes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B1B6F64-B338-ADFD-403B-12BCE70172AB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6096000" y="4741190"/>
            <a:ext cx="173924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DF339CC-31F4-5292-24A1-B8325B0D8694}"/>
              </a:ext>
            </a:extLst>
          </p:cNvPr>
          <p:cNvCxnSpPr>
            <a:stCxn id="5" idx="2"/>
            <a:endCxn id="6" idx="1"/>
          </p:cNvCxnSpPr>
          <p:nvPr/>
        </p:nvCxnSpPr>
        <p:spPr>
          <a:xfrm flipH="1">
            <a:off x="1249048" y="917032"/>
            <a:ext cx="4" cy="4655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671EDCA-D881-D280-9E05-4D00E1D7AEFE}"/>
              </a:ext>
            </a:extLst>
          </p:cNvPr>
          <p:cNvCxnSpPr>
            <a:stCxn id="6" idx="4"/>
            <a:endCxn id="7" idx="1"/>
          </p:cNvCxnSpPr>
          <p:nvPr/>
        </p:nvCxnSpPr>
        <p:spPr>
          <a:xfrm>
            <a:off x="1249048" y="2353578"/>
            <a:ext cx="1" cy="4655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8BFA285-C888-1AE3-3418-74C9C8EEC761}"/>
              </a:ext>
            </a:extLst>
          </p:cNvPr>
          <p:cNvCxnSpPr>
            <a:stCxn id="7" idx="4"/>
            <a:endCxn id="8" idx="1"/>
          </p:cNvCxnSpPr>
          <p:nvPr/>
        </p:nvCxnSpPr>
        <p:spPr>
          <a:xfrm flipH="1">
            <a:off x="1249047" y="3790125"/>
            <a:ext cx="2" cy="4655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A7AA63C-533C-B8B1-F353-6A59D74A7A2F}"/>
              </a:ext>
            </a:extLst>
          </p:cNvPr>
          <p:cNvCxnSpPr>
            <a:stCxn id="8" idx="5"/>
            <a:endCxn id="9" idx="1"/>
          </p:cNvCxnSpPr>
          <p:nvPr/>
        </p:nvCxnSpPr>
        <p:spPr>
          <a:xfrm flipV="1">
            <a:off x="2127625" y="4741190"/>
            <a:ext cx="1091629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lowchart: Data 17">
            <a:extLst>
              <a:ext uri="{FF2B5EF4-FFF2-40B4-BE49-F238E27FC236}">
                <a16:creationId xmlns:a16="http://schemas.microsoft.com/office/drawing/2014/main" id="{40D508F9-C5B7-BFB9-27E2-F78EDE78ABF7}"/>
              </a:ext>
            </a:extLst>
          </p:cNvPr>
          <p:cNvSpPr/>
          <p:nvPr/>
        </p:nvSpPr>
        <p:spPr>
          <a:xfrm>
            <a:off x="3559404" y="2396942"/>
            <a:ext cx="2196445" cy="970961"/>
          </a:xfrm>
          <a:prstGeom prst="flowChartInputOutpu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Output “Item not in database”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03BF643-D67A-F4B1-2828-23825BB888BB}"/>
              </a:ext>
            </a:extLst>
          </p:cNvPr>
          <p:cNvCxnSpPr>
            <a:cxnSpLocks/>
            <a:stCxn id="9" idx="0"/>
            <a:endCxn id="18" idx="4"/>
          </p:cNvCxnSpPr>
          <p:nvPr/>
        </p:nvCxnSpPr>
        <p:spPr>
          <a:xfrm flipV="1">
            <a:off x="4657627" y="3367903"/>
            <a:ext cx="0" cy="3693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258CD4B9-2DB1-BFFC-D438-557C3BB04B16}"/>
              </a:ext>
            </a:extLst>
          </p:cNvPr>
          <p:cNvCxnSpPr>
            <a:stCxn id="18" idx="1"/>
            <a:endCxn id="6" idx="5"/>
          </p:cNvCxnSpPr>
          <p:nvPr/>
        </p:nvCxnSpPr>
        <p:spPr>
          <a:xfrm rot="16200000" flipV="1">
            <a:off x="3128205" y="867519"/>
            <a:ext cx="528844" cy="253000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7313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CC8D7F1-C447-E110-C427-FD2335D39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5288" y="90487"/>
            <a:ext cx="6221439" cy="826545"/>
          </a:xfrm>
        </p:spPr>
        <p:txBody>
          <a:bodyPr>
            <a:normAutofit/>
          </a:bodyPr>
          <a:lstStyle/>
          <a:p>
            <a:r>
              <a:rPr lang="en-GB" dirty="0" err="1"/>
              <a:t>Get_start_date</a:t>
            </a:r>
            <a:r>
              <a:rPr lang="en-GB" dirty="0"/>
              <a:t>()</a:t>
            </a:r>
          </a:p>
        </p:txBody>
      </p:sp>
      <p:sp>
        <p:nvSpPr>
          <p:cNvPr id="5" name="Flowchart: Terminator 4">
            <a:extLst>
              <a:ext uri="{FF2B5EF4-FFF2-40B4-BE49-F238E27FC236}">
                <a16:creationId xmlns:a16="http://schemas.microsoft.com/office/drawing/2014/main" id="{3E460AB9-BA5B-049B-0215-6F62CF113ED8}"/>
              </a:ext>
            </a:extLst>
          </p:cNvPr>
          <p:cNvSpPr/>
          <p:nvPr/>
        </p:nvSpPr>
        <p:spPr>
          <a:xfrm>
            <a:off x="150829" y="251894"/>
            <a:ext cx="2196445" cy="665138"/>
          </a:xfrm>
          <a:prstGeom prst="flowChartTermina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Start</a:t>
            </a:r>
          </a:p>
        </p:txBody>
      </p:sp>
      <p:sp>
        <p:nvSpPr>
          <p:cNvPr id="6" name="Flowchart: Data 5">
            <a:extLst>
              <a:ext uri="{FF2B5EF4-FFF2-40B4-BE49-F238E27FC236}">
                <a16:creationId xmlns:a16="http://schemas.microsoft.com/office/drawing/2014/main" id="{F1B05A3B-C487-E466-E54B-174FA1D2829B}"/>
              </a:ext>
            </a:extLst>
          </p:cNvPr>
          <p:cNvSpPr/>
          <p:nvPr/>
        </p:nvSpPr>
        <p:spPr>
          <a:xfrm>
            <a:off x="150825" y="1382617"/>
            <a:ext cx="2196445" cy="970961"/>
          </a:xfrm>
          <a:prstGeom prst="flowChartInputOutpu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Output date range options</a:t>
            </a:r>
          </a:p>
        </p:txBody>
      </p:sp>
      <p:sp>
        <p:nvSpPr>
          <p:cNvPr id="7" name="Flowchart: Data 6">
            <a:extLst>
              <a:ext uri="{FF2B5EF4-FFF2-40B4-BE49-F238E27FC236}">
                <a16:creationId xmlns:a16="http://schemas.microsoft.com/office/drawing/2014/main" id="{3ADD7A2F-8A88-8269-DA9A-FA23859E868D}"/>
              </a:ext>
            </a:extLst>
          </p:cNvPr>
          <p:cNvSpPr/>
          <p:nvPr/>
        </p:nvSpPr>
        <p:spPr>
          <a:xfrm>
            <a:off x="150826" y="2819164"/>
            <a:ext cx="2196445" cy="970961"/>
          </a:xfrm>
          <a:prstGeom prst="flowChartInputOutpu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Output “Please select a date”</a:t>
            </a:r>
          </a:p>
        </p:txBody>
      </p:sp>
      <p:sp>
        <p:nvSpPr>
          <p:cNvPr id="8" name="Flowchart: Data 7">
            <a:extLst>
              <a:ext uri="{FF2B5EF4-FFF2-40B4-BE49-F238E27FC236}">
                <a16:creationId xmlns:a16="http://schemas.microsoft.com/office/drawing/2014/main" id="{7D231203-8A08-5F89-C02E-3FEDFCE69019}"/>
              </a:ext>
            </a:extLst>
          </p:cNvPr>
          <p:cNvSpPr/>
          <p:nvPr/>
        </p:nvSpPr>
        <p:spPr>
          <a:xfrm>
            <a:off x="150824" y="4255710"/>
            <a:ext cx="2196445" cy="970961"/>
          </a:xfrm>
          <a:prstGeom prst="flowChartInputOutpu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/>
              <a:t>Start_date</a:t>
            </a:r>
            <a:r>
              <a:rPr lang="en-GB" sz="1400" dirty="0"/>
              <a:t> = INPUT</a:t>
            </a:r>
          </a:p>
        </p:txBody>
      </p:sp>
      <p:sp>
        <p:nvSpPr>
          <p:cNvPr id="9" name="Flowchart: Decision 8">
            <a:extLst>
              <a:ext uri="{FF2B5EF4-FFF2-40B4-BE49-F238E27FC236}">
                <a16:creationId xmlns:a16="http://schemas.microsoft.com/office/drawing/2014/main" id="{5A85924E-408B-2602-F84F-75CD3DF81B05}"/>
              </a:ext>
            </a:extLst>
          </p:cNvPr>
          <p:cNvSpPr/>
          <p:nvPr/>
        </p:nvSpPr>
        <p:spPr>
          <a:xfrm>
            <a:off x="3219254" y="3737235"/>
            <a:ext cx="2876746" cy="2007910"/>
          </a:xfrm>
          <a:prstGeom prst="flowChartDecision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n w="0"/>
                <a:solidFill>
                  <a:schemeClr val="tx1"/>
                </a:solidFill>
              </a:rPr>
              <a:t>Is date in list of dates?</a:t>
            </a:r>
          </a:p>
        </p:txBody>
      </p:sp>
      <p:sp>
        <p:nvSpPr>
          <p:cNvPr id="10" name="Flowchart: Terminator 9">
            <a:extLst>
              <a:ext uri="{FF2B5EF4-FFF2-40B4-BE49-F238E27FC236}">
                <a16:creationId xmlns:a16="http://schemas.microsoft.com/office/drawing/2014/main" id="{865BFCCD-D0EB-4411-CC03-0F4902A29EC9}"/>
              </a:ext>
            </a:extLst>
          </p:cNvPr>
          <p:cNvSpPr/>
          <p:nvPr/>
        </p:nvSpPr>
        <p:spPr>
          <a:xfrm>
            <a:off x="7835246" y="4408621"/>
            <a:ext cx="2196445" cy="665138"/>
          </a:xfrm>
          <a:prstGeom prst="flowChartTermina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Return </a:t>
            </a:r>
            <a:r>
              <a:rPr lang="en-GB" dirty="0" err="1"/>
              <a:t>Start_date</a:t>
            </a:r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BD81FA-C484-C3B3-3D9D-033AEA467D3A}"/>
              </a:ext>
            </a:extLst>
          </p:cNvPr>
          <p:cNvSpPr txBox="1"/>
          <p:nvPr/>
        </p:nvSpPr>
        <p:spPr>
          <a:xfrm>
            <a:off x="4657627" y="3420793"/>
            <a:ext cx="1008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839207-A793-5EA0-B3B3-8B541BB6CA61}"/>
              </a:ext>
            </a:extLst>
          </p:cNvPr>
          <p:cNvSpPr txBox="1"/>
          <p:nvPr/>
        </p:nvSpPr>
        <p:spPr>
          <a:xfrm>
            <a:off x="6535132" y="5073759"/>
            <a:ext cx="1008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Yes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055BC06-E29E-8420-4304-C9D958A2F66B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6096000" y="4741190"/>
            <a:ext cx="173924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7301045-375A-9934-F543-F03D3F7488BA}"/>
              </a:ext>
            </a:extLst>
          </p:cNvPr>
          <p:cNvCxnSpPr>
            <a:stCxn id="5" idx="2"/>
            <a:endCxn id="6" idx="1"/>
          </p:cNvCxnSpPr>
          <p:nvPr/>
        </p:nvCxnSpPr>
        <p:spPr>
          <a:xfrm flipH="1">
            <a:off x="1249048" y="917032"/>
            <a:ext cx="4" cy="4655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F443776-3C38-A19F-ECCC-C7716D0D94B1}"/>
              </a:ext>
            </a:extLst>
          </p:cNvPr>
          <p:cNvCxnSpPr>
            <a:stCxn id="6" idx="4"/>
            <a:endCxn id="7" idx="1"/>
          </p:cNvCxnSpPr>
          <p:nvPr/>
        </p:nvCxnSpPr>
        <p:spPr>
          <a:xfrm>
            <a:off x="1249048" y="2353578"/>
            <a:ext cx="1" cy="4655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5B78844-FA3B-560F-5104-33E8E18B5AEC}"/>
              </a:ext>
            </a:extLst>
          </p:cNvPr>
          <p:cNvCxnSpPr>
            <a:stCxn id="7" idx="4"/>
            <a:endCxn id="8" idx="1"/>
          </p:cNvCxnSpPr>
          <p:nvPr/>
        </p:nvCxnSpPr>
        <p:spPr>
          <a:xfrm flipH="1">
            <a:off x="1249047" y="3790125"/>
            <a:ext cx="2" cy="4655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88FECF3-10D9-0BBE-38F4-B61AF56285EB}"/>
              </a:ext>
            </a:extLst>
          </p:cNvPr>
          <p:cNvCxnSpPr>
            <a:stCxn id="8" idx="5"/>
            <a:endCxn id="9" idx="1"/>
          </p:cNvCxnSpPr>
          <p:nvPr/>
        </p:nvCxnSpPr>
        <p:spPr>
          <a:xfrm flipV="1">
            <a:off x="2127625" y="4741190"/>
            <a:ext cx="1091629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lowchart: Data 17">
            <a:extLst>
              <a:ext uri="{FF2B5EF4-FFF2-40B4-BE49-F238E27FC236}">
                <a16:creationId xmlns:a16="http://schemas.microsoft.com/office/drawing/2014/main" id="{B93ABCB1-BF9D-916C-469D-986A7F08F9A7}"/>
              </a:ext>
            </a:extLst>
          </p:cNvPr>
          <p:cNvSpPr/>
          <p:nvPr/>
        </p:nvSpPr>
        <p:spPr>
          <a:xfrm>
            <a:off x="3559404" y="2396942"/>
            <a:ext cx="2196445" cy="970961"/>
          </a:xfrm>
          <a:prstGeom prst="flowChartInputOutpu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Output “date not in database”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1B77846-73A1-BC8B-0DDD-0CFFD6E0551E}"/>
              </a:ext>
            </a:extLst>
          </p:cNvPr>
          <p:cNvCxnSpPr>
            <a:cxnSpLocks/>
            <a:stCxn id="9" idx="0"/>
            <a:endCxn id="18" idx="4"/>
          </p:cNvCxnSpPr>
          <p:nvPr/>
        </p:nvCxnSpPr>
        <p:spPr>
          <a:xfrm flipV="1">
            <a:off x="4657627" y="3367903"/>
            <a:ext cx="0" cy="3693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D29E5F48-F873-5430-32F6-660A3937C495}"/>
              </a:ext>
            </a:extLst>
          </p:cNvPr>
          <p:cNvCxnSpPr>
            <a:stCxn id="18" idx="1"/>
            <a:endCxn id="6" idx="5"/>
          </p:cNvCxnSpPr>
          <p:nvPr/>
        </p:nvCxnSpPr>
        <p:spPr>
          <a:xfrm rot="16200000" flipV="1">
            <a:off x="3128205" y="867519"/>
            <a:ext cx="528844" cy="253000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0957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6DE3463-50AE-C8B5-7D88-78660701A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5280" y="-161379"/>
            <a:ext cx="6221439" cy="826545"/>
          </a:xfrm>
        </p:spPr>
        <p:txBody>
          <a:bodyPr>
            <a:normAutofit/>
          </a:bodyPr>
          <a:lstStyle/>
          <a:p>
            <a:r>
              <a:rPr lang="en-GB" dirty="0" err="1"/>
              <a:t>Get_end_date</a:t>
            </a:r>
            <a:r>
              <a:rPr lang="en-GB" dirty="0"/>
              <a:t>(</a:t>
            </a:r>
            <a:r>
              <a:rPr lang="en-GB" dirty="0" err="1"/>
              <a:t>start_date</a:t>
            </a:r>
            <a:r>
              <a:rPr lang="en-GB" dirty="0"/>
              <a:t>)</a:t>
            </a:r>
          </a:p>
        </p:txBody>
      </p:sp>
      <p:sp>
        <p:nvSpPr>
          <p:cNvPr id="5" name="Flowchart: Terminator 4">
            <a:extLst>
              <a:ext uri="{FF2B5EF4-FFF2-40B4-BE49-F238E27FC236}">
                <a16:creationId xmlns:a16="http://schemas.microsoft.com/office/drawing/2014/main" id="{83568648-A1DE-2B95-0B01-1340A761F0F8}"/>
              </a:ext>
            </a:extLst>
          </p:cNvPr>
          <p:cNvSpPr/>
          <p:nvPr/>
        </p:nvSpPr>
        <p:spPr>
          <a:xfrm>
            <a:off x="150829" y="251894"/>
            <a:ext cx="2196445" cy="665138"/>
          </a:xfrm>
          <a:prstGeom prst="flowChartTermina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Start</a:t>
            </a:r>
          </a:p>
        </p:txBody>
      </p:sp>
      <p:sp>
        <p:nvSpPr>
          <p:cNvPr id="6" name="Flowchart: Data 5">
            <a:extLst>
              <a:ext uri="{FF2B5EF4-FFF2-40B4-BE49-F238E27FC236}">
                <a16:creationId xmlns:a16="http://schemas.microsoft.com/office/drawing/2014/main" id="{39B56A74-C485-EFA9-3EC2-D0FD01A01614}"/>
              </a:ext>
            </a:extLst>
          </p:cNvPr>
          <p:cNvSpPr/>
          <p:nvPr/>
        </p:nvSpPr>
        <p:spPr>
          <a:xfrm>
            <a:off x="150825" y="1382617"/>
            <a:ext cx="2196445" cy="970961"/>
          </a:xfrm>
          <a:prstGeom prst="flowChartInputOutpu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Output date range options</a:t>
            </a:r>
          </a:p>
        </p:txBody>
      </p:sp>
      <p:sp>
        <p:nvSpPr>
          <p:cNvPr id="7" name="Flowchart: Data 6">
            <a:extLst>
              <a:ext uri="{FF2B5EF4-FFF2-40B4-BE49-F238E27FC236}">
                <a16:creationId xmlns:a16="http://schemas.microsoft.com/office/drawing/2014/main" id="{659FFC98-B428-893D-9BE9-097B3BF4C090}"/>
              </a:ext>
            </a:extLst>
          </p:cNvPr>
          <p:cNvSpPr/>
          <p:nvPr/>
        </p:nvSpPr>
        <p:spPr>
          <a:xfrm>
            <a:off x="150826" y="2819164"/>
            <a:ext cx="2196445" cy="970961"/>
          </a:xfrm>
          <a:prstGeom prst="flowChartInputOutpu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Output “Please select a date”</a:t>
            </a:r>
          </a:p>
        </p:txBody>
      </p:sp>
      <p:sp>
        <p:nvSpPr>
          <p:cNvPr id="8" name="Flowchart: Data 7">
            <a:extLst>
              <a:ext uri="{FF2B5EF4-FFF2-40B4-BE49-F238E27FC236}">
                <a16:creationId xmlns:a16="http://schemas.microsoft.com/office/drawing/2014/main" id="{3F63DF6C-CB71-8581-734B-E5CD9C375DD2}"/>
              </a:ext>
            </a:extLst>
          </p:cNvPr>
          <p:cNvSpPr/>
          <p:nvPr/>
        </p:nvSpPr>
        <p:spPr>
          <a:xfrm>
            <a:off x="150824" y="4255710"/>
            <a:ext cx="2196445" cy="970961"/>
          </a:xfrm>
          <a:prstGeom prst="flowChartInputOutpu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/>
              <a:t>end_date</a:t>
            </a:r>
            <a:r>
              <a:rPr lang="en-GB" sz="1400" dirty="0"/>
              <a:t> = INPUT</a:t>
            </a:r>
          </a:p>
        </p:txBody>
      </p:sp>
      <p:sp>
        <p:nvSpPr>
          <p:cNvPr id="9" name="Flowchart: Decision 8">
            <a:extLst>
              <a:ext uri="{FF2B5EF4-FFF2-40B4-BE49-F238E27FC236}">
                <a16:creationId xmlns:a16="http://schemas.microsoft.com/office/drawing/2014/main" id="{4207AC91-49F5-F3FB-717E-BE8E278C718C}"/>
              </a:ext>
            </a:extLst>
          </p:cNvPr>
          <p:cNvSpPr/>
          <p:nvPr/>
        </p:nvSpPr>
        <p:spPr>
          <a:xfrm>
            <a:off x="3219254" y="3737235"/>
            <a:ext cx="2876746" cy="2007910"/>
          </a:xfrm>
          <a:prstGeom prst="flowChartDecision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n w="0"/>
                <a:solidFill>
                  <a:schemeClr val="tx1"/>
                </a:solidFill>
              </a:rPr>
              <a:t>Is date in list of dates?</a:t>
            </a:r>
          </a:p>
        </p:txBody>
      </p:sp>
      <p:sp>
        <p:nvSpPr>
          <p:cNvPr id="10" name="Flowchart: Terminator 9">
            <a:extLst>
              <a:ext uri="{FF2B5EF4-FFF2-40B4-BE49-F238E27FC236}">
                <a16:creationId xmlns:a16="http://schemas.microsoft.com/office/drawing/2014/main" id="{3330E28C-1D28-60D5-53C4-98B327309D2F}"/>
              </a:ext>
            </a:extLst>
          </p:cNvPr>
          <p:cNvSpPr/>
          <p:nvPr/>
        </p:nvSpPr>
        <p:spPr>
          <a:xfrm>
            <a:off x="9762435" y="2253802"/>
            <a:ext cx="2196445" cy="665138"/>
          </a:xfrm>
          <a:prstGeom prst="flowChartTermina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Return </a:t>
            </a:r>
            <a:r>
              <a:rPr lang="en-GB" dirty="0" err="1"/>
              <a:t>end_date</a:t>
            </a:r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947D3C-3684-3DF9-05C5-CDCB389B4BB5}"/>
              </a:ext>
            </a:extLst>
          </p:cNvPr>
          <p:cNvSpPr txBox="1"/>
          <p:nvPr/>
        </p:nvSpPr>
        <p:spPr>
          <a:xfrm>
            <a:off x="4657627" y="3420793"/>
            <a:ext cx="1008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EB4D49-C34F-CE8B-67CC-1E4A5312D3C2}"/>
              </a:ext>
            </a:extLst>
          </p:cNvPr>
          <p:cNvSpPr txBox="1"/>
          <p:nvPr/>
        </p:nvSpPr>
        <p:spPr>
          <a:xfrm>
            <a:off x="5959315" y="4690924"/>
            <a:ext cx="1008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Yes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DEE83DD-1F4A-1F3E-71FF-E3ED1B6D904E}"/>
              </a:ext>
            </a:extLst>
          </p:cNvPr>
          <p:cNvCxnSpPr>
            <a:cxnSpLocks/>
            <a:stCxn id="5" idx="2"/>
            <a:endCxn id="6" idx="1"/>
          </p:cNvCxnSpPr>
          <p:nvPr/>
        </p:nvCxnSpPr>
        <p:spPr>
          <a:xfrm flipH="1">
            <a:off x="1249048" y="917032"/>
            <a:ext cx="4" cy="4655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C78D7FC-8ED5-3840-D065-444C8BF6301D}"/>
              </a:ext>
            </a:extLst>
          </p:cNvPr>
          <p:cNvCxnSpPr>
            <a:stCxn id="6" idx="4"/>
            <a:endCxn id="7" idx="1"/>
          </p:cNvCxnSpPr>
          <p:nvPr/>
        </p:nvCxnSpPr>
        <p:spPr>
          <a:xfrm>
            <a:off x="1249048" y="2353578"/>
            <a:ext cx="1" cy="4655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261A8FB-BD61-BEB1-5E86-E8DDA88C1019}"/>
              </a:ext>
            </a:extLst>
          </p:cNvPr>
          <p:cNvCxnSpPr>
            <a:stCxn id="7" idx="4"/>
            <a:endCxn id="8" idx="1"/>
          </p:cNvCxnSpPr>
          <p:nvPr/>
        </p:nvCxnSpPr>
        <p:spPr>
          <a:xfrm flipH="1">
            <a:off x="1249047" y="3790125"/>
            <a:ext cx="2" cy="4655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79B0111-33EA-0E24-E6C6-3B825E70B50F}"/>
              </a:ext>
            </a:extLst>
          </p:cNvPr>
          <p:cNvCxnSpPr>
            <a:stCxn id="8" idx="5"/>
            <a:endCxn id="9" idx="1"/>
          </p:cNvCxnSpPr>
          <p:nvPr/>
        </p:nvCxnSpPr>
        <p:spPr>
          <a:xfrm flipV="1">
            <a:off x="2127625" y="4741190"/>
            <a:ext cx="1091629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Flowchart: Data 16">
            <a:extLst>
              <a:ext uri="{FF2B5EF4-FFF2-40B4-BE49-F238E27FC236}">
                <a16:creationId xmlns:a16="http://schemas.microsoft.com/office/drawing/2014/main" id="{BE645973-BA25-0760-055D-63448D5B7C94}"/>
              </a:ext>
            </a:extLst>
          </p:cNvPr>
          <p:cNvSpPr/>
          <p:nvPr/>
        </p:nvSpPr>
        <p:spPr>
          <a:xfrm>
            <a:off x="3559404" y="2396942"/>
            <a:ext cx="2196445" cy="970961"/>
          </a:xfrm>
          <a:prstGeom prst="flowChartInputOutpu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Output “date not in database”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4ABFEEE-8754-FA0F-8332-BB93DB434F6F}"/>
              </a:ext>
            </a:extLst>
          </p:cNvPr>
          <p:cNvCxnSpPr>
            <a:cxnSpLocks/>
            <a:stCxn id="9" idx="0"/>
            <a:endCxn id="17" idx="4"/>
          </p:cNvCxnSpPr>
          <p:nvPr/>
        </p:nvCxnSpPr>
        <p:spPr>
          <a:xfrm flipV="1">
            <a:off x="4657627" y="3367903"/>
            <a:ext cx="0" cy="3693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B6193617-2AFA-9A5B-C00A-0D5D51122932}"/>
              </a:ext>
            </a:extLst>
          </p:cNvPr>
          <p:cNvCxnSpPr>
            <a:stCxn id="17" idx="1"/>
            <a:endCxn id="6" idx="5"/>
          </p:cNvCxnSpPr>
          <p:nvPr/>
        </p:nvCxnSpPr>
        <p:spPr>
          <a:xfrm rot="16200000" flipV="1">
            <a:off x="3128205" y="867519"/>
            <a:ext cx="528844" cy="253000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Flowchart: Decision 19">
            <a:extLst>
              <a:ext uri="{FF2B5EF4-FFF2-40B4-BE49-F238E27FC236}">
                <a16:creationId xmlns:a16="http://schemas.microsoft.com/office/drawing/2014/main" id="{46AC6F60-21CF-F090-2704-CDD33F2D8B75}"/>
              </a:ext>
            </a:extLst>
          </p:cNvPr>
          <p:cNvSpPr/>
          <p:nvPr/>
        </p:nvSpPr>
        <p:spPr>
          <a:xfrm>
            <a:off x="6734012" y="3737235"/>
            <a:ext cx="2876746" cy="2007910"/>
          </a:xfrm>
          <a:prstGeom prst="flowChartDecision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n w="0"/>
                <a:solidFill>
                  <a:schemeClr val="tx1"/>
                </a:solidFill>
              </a:rPr>
              <a:t>Is date before </a:t>
            </a:r>
            <a:r>
              <a:rPr lang="en-GB" dirty="0" err="1">
                <a:ln w="0"/>
                <a:solidFill>
                  <a:schemeClr val="tx1"/>
                </a:solidFill>
              </a:rPr>
              <a:t>start_date</a:t>
            </a:r>
            <a:r>
              <a:rPr lang="en-GB" dirty="0">
                <a:ln w="0"/>
                <a:solidFill>
                  <a:schemeClr val="tx1"/>
                </a:solidFill>
              </a:rPr>
              <a:t>?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4FA290E-5712-1C63-70DF-DC5F555C3617}"/>
              </a:ext>
            </a:extLst>
          </p:cNvPr>
          <p:cNvCxnSpPr>
            <a:stCxn id="9" idx="3"/>
            <a:endCxn id="20" idx="1"/>
          </p:cNvCxnSpPr>
          <p:nvPr/>
        </p:nvCxnSpPr>
        <p:spPr>
          <a:xfrm>
            <a:off x="6096000" y="4741190"/>
            <a:ext cx="63801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Flowchart: Data 21">
            <a:extLst>
              <a:ext uri="{FF2B5EF4-FFF2-40B4-BE49-F238E27FC236}">
                <a16:creationId xmlns:a16="http://schemas.microsoft.com/office/drawing/2014/main" id="{36040565-F182-1505-57D6-EEC6CCC85A29}"/>
              </a:ext>
            </a:extLst>
          </p:cNvPr>
          <p:cNvSpPr/>
          <p:nvPr/>
        </p:nvSpPr>
        <p:spPr>
          <a:xfrm>
            <a:off x="7074162" y="2396941"/>
            <a:ext cx="2196445" cy="970961"/>
          </a:xfrm>
          <a:prstGeom prst="flowChartInputOutpu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Output “date is before start date, select a later date please”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97E00E7-7353-BF2F-0848-DCB010419280}"/>
              </a:ext>
            </a:extLst>
          </p:cNvPr>
          <p:cNvSpPr txBox="1"/>
          <p:nvPr/>
        </p:nvSpPr>
        <p:spPr>
          <a:xfrm>
            <a:off x="9446575" y="4741190"/>
            <a:ext cx="1008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No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8C8B080-AB44-C408-ACDE-EDC6DE62D122}"/>
              </a:ext>
            </a:extLst>
          </p:cNvPr>
          <p:cNvSpPr txBox="1"/>
          <p:nvPr/>
        </p:nvSpPr>
        <p:spPr>
          <a:xfrm>
            <a:off x="8261939" y="3419069"/>
            <a:ext cx="1008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Yes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3F584EB-39DB-A39C-94D5-79F1A2E72430}"/>
              </a:ext>
            </a:extLst>
          </p:cNvPr>
          <p:cNvCxnSpPr>
            <a:stCxn id="20" idx="0"/>
            <a:endCxn id="22" idx="4"/>
          </p:cNvCxnSpPr>
          <p:nvPr/>
        </p:nvCxnSpPr>
        <p:spPr>
          <a:xfrm flipV="1">
            <a:off x="8172385" y="3367902"/>
            <a:ext cx="0" cy="3693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E97E3625-5A90-9168-CE14-410AA933A4B9}"/>
              </a:ext>
            </a:extLst>
          </p:cNvPr>
          <p:cNvCxnSpPr>
            <a:stCxn id="22" idx="1"/>
            <a:endCxn id="6" idx="5"/>
          </p:cNvCxnSpPr>
          <p:nvPr/>
        </p:nvCxnSpPr>
        <p:spPr>
          <a:xfrm rot="16200000" flipV="1">
            <a:off x="4885585" y="-889860"/>
            <a:ext cx="528843" cy="604475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9AE2318A-45CA-F4E6-4A21-C9C2418F48D5}"/>
              </a:ext>
            </a:extLst>
          </p:cNvPr>
          <p:cNvCxnSpPr>
            <a:stCxn id="20" idx="3"/>
            <a:endCxn id="10" idx="2"/>
          </p:cNvCxnSpPr>
          <p:nvPr/>
        </p:nvCxnSpPr>
        <p:spPr>
          <a:xfrm flipV="1">
            <a:off x="9610758" y="2918940"/>
            <a:ext cx="1249900" cy="182225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1246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9B1EFBB-37A5-A638-0A4B-C79CD39F1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3028" y="-173736"/>
            <a:ext cx="4885944" cy="785432"/>
          </a:xfrm>
        </p:spPr>
        <p:txBody>
          <a:bodyPr>
            <a:noAutofit/>
          </a:bodyPr>
          <a:lstStyle/>
          <a:p>
            <a:r>
              <a:rPr lang="en-GB" sz="2400" dirty="0" err="1"/>
              <a:t>Get_data</a:t>
            </a:r>
            <a:r>
              <a:rPr lang="en-GB" sz="2400" dirty="0"/>
              <a:t>(</a:t>
            </a:r>
            <a:r>
              <a:rPr lang="en-GB" sz="2400" dirty="0" err="1"/>
              <a:t>start_date</a:t>
            </a:r>
            <a:r>
              <a:rPr lang="en-GB" sz="2400" dirty="0"/>
              <a:t>, </a:t>
            </a:r>
            <a:r>
              <a:rPr lang="en-GB" sz="2400" dirty="0" err="1"/>
              <a:t>end_date</a:t>
            </a:r>
            <a:r>
              <a:rPr lang="en-GB" sz="2400" dirty="0"/>
              <a:t>, item)</a:t>
            </a:r>
          </a:p>
        </p:txBody>
      </p:sp>
      <p:sp>
        <p:nvSpPr>
          <p:cNvPr id="5" name="Flowchart: Terminator 4">
            <a:extLst>
              <a:ext uri="{FF2B5EF4-FFF2-40B4-BE49-F238E27FC236}">
                <a16:creationId xmlns:a16="http://schemas.microsoft.com/office/drawing/2014/main" id="{2CC99772-65EA-7EAB-5A7E-DF76FD81DEC7}"/>
              </a:ext>
            </a:extLst>
          </p:cNvPr>
          <p:cNvSpPr/>
          <p:nvPr/>
        </p:nvSpPr>
        <p:spPr>
          <a:xfrm>
            <a:off x="150829" y="251894"/>
            <a:ext cx="2196445" cy="665138"/>
          </a:xfrm>
          <a:prstGeom prst="flowChartTermina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Start</a:t>
            </a:r>
          </a:p>
        </p:txBody>
      </p:sp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BAC513E7-9F5E-EE61-B5F5-DEAF9B546207}"/>
              </a:ext>
            </a:extLst>
          </p:cNvPr>
          <p:cNvSpPr/>
          <p:nvPr/>
        </p:nvSpPr>
        <p:spPr>
          <a:xfrm>
            <a:off x="494671" y="5468528"/>
            <a:ext cx="1508760" cy="996696"/>
          </a:xfrm>
          <a:prstGeom prst="flowChartProcess">
            <a:avLst/>
          </a:prstGeom>
          <a:solidFill>
            <a:schemeClr val="accent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/>
              <a:t>df3 = rows in </a:t>
            </a:r>
            <a:r>
              <a:rPr lang="en-GB" sz="1100" dirty="0" err="1"/>
              <a:t>df</a:t>
            </a:r>
            <a:r>
              <a:rPr lang="en-GB" sz="1100" dirty="0"/>
              <a:t> WHERE data is between </a:t>
            </a:r>
            <a:r>
              <a:rPr lang="en-GB" sz="1100" dirty="0" err="1"/>
              <a:t>start_date</a:t>
            </a:r>
            <a:r>
              <a:rPr lang="en-GB" sz="1100" dirty="0"/>
              <a:t> and </a:t>
            </a:r>
            <a:r>
              <a:rPr lang="en-GB" sz="1100" dirty="0" err="1"/>
              <a:t>end_date</a:t>
            </a:r>
            <a:endParaRPr lang="en-GB" sz="1100" dirty="0"/>
          </a:p>
        </p:txBody>
      </p:sp>
      <p:sp>
        <p:nvSpPr>
          <p:cNvPr id="7" name="Flowchart: Process 6">
            <a:extLst>
              <a:ext uri="{FF2B5EF4-FFF2-40B4-BE49-F238E27FC236}">
                <a16:creationId xmlns:a16="http://schemas.microsoft.com/office/drawing/2014/main" id="{16B568D5-55F6-51FF-5219-2E4D0C56129D}"/>
              </a:ext>
            </a:extLst>
          </p:cNvPr>
          <p:cNvSpPr/>
          <p:nvPr/>
        </p:nvSpPr>
        <p:spPr>
          <a:xfrm>
            <a:off x="494671" y="1307384"/>
            <a:ext cx="1508760" cy="996696"/>
          </a:xfrm>
          <a:prstGeom prst="flowChartProcess">
            <a:avLst/>
          </a:prstGeom>
          <a:solidFill>
            <a:schemeClr val="accent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Import(???) </a:t>
            </a:r>
            <a:r>
              <a:rPr lang="en-GB" sz="1600" dirty="0" err="1"/>
              <a:t>start_date</a:t>
            </a:r>
            <a:r>
              <a:rPr lang="en-GB" sz="1600" dirty="0"/>
              <a:t>, </a:t>
            </a:r>
            <a:r>
              <a:rPr lang="en-GB" sz="1600" dirty="0" err="1"/>
              <a:t>end_date</a:t>
            </a:r>
            <a:r>
              <a:rPr lang="en-GB" sz="1600" dirty="0"/>
              <a:t>, item</a:t>
            </a:r>
          </a:p>
        </p:txBody>
      </p:sp>
      <p:sp>
        <p:nvSpPr>
          <p:cNvPr id="8" name="Flowchart: Process 7">
            <a:extLst>
              <a:ext uri="{FF2B5EF4-FFF2-40B4-BE49-F238E27FC236}">
                <a16:creationId xmlns:a16="http://schemas.microsoft.com/office/drawing/2014/main" id="{F84473A7-907B-7196-D8BF-DC4F421BD44E}"/>
              </a:ext>
            </a:extLst>
          </p:cNvPr>
          <p:cNvSpPr/>
          <p:nvPr/>
        </p:nvSpPr>
        <p:spPr>
          <a:xfrm>
            <a:off x="494671" y="4081480"/>
            <a:ext cx="1508760" cy="996696"/>
          </a:xfrm>
          <a:prstGeom prst="flowChartProcess">
            <a:avLst/>
          </a:prstGeom>
          <a:solidFill>
            <a:schemeClr val="accent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/>
              <a:t>df2 = rows in </a:t>
            </a:r>
            <a:r>
              <a:rPr lang="en-GB" sz="1100" dirty="0" err="1"/>
              <a:t>df</a:t>
            </a:r>
            <a:r>
              <a:rPr lang="en-GB" sz="1100" dirty="0"/>
              <a:t> WHERE </a:t>
            </a:r>
            <a:r>
              <a:rPr lang="en-GB" sz="1100" dirty="0" err="1"/>
              <a:t>item_column</a:t>
            </a:r>
            <a:r>
              <a:rPr lang="en-GB" sz="1100" dirty="0"/>
              <a:t> EQUALS item</a:t>
            </a:r>
          </a:p>
        </p:txBody>
      </p: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69855571-4EC4-EDC8-FB3D-A910957F8483}"/>
              </a:ext>
            </a:extLst>
          </p:cNvPr>
          <p:cNvSpPr/>
          <p:nvPr/>
        </p:nvSpPr>
        <p:spPr>
          <a:xfrm>
            <a:off x="494671" y="2694432"/>
            <a:ext cx="1508760" cy="996696"/>
          </a:xfrm>
          <a:prstGeom prst="flowChartProcess">
            <a:avLst/>
          </a:prstGeom>
          <a:solidFill>
            <a:schemeClr val="accent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Import Task3_data.csv as </a:t>
            </a:r>
            <a:r>
              <a:rPr lang="en-GB" sz="1400" dirty="0" err="1"/>
              <a:t>df</a:t>
            </a:r>
            <a:endParaRPr lang="en-GB" sz="1400" dirty="0"/>
          </a:p>
        </p:txBody>
      </p:sp>
      <p:sp>
        <p:nvSpPr>
          <p:cNvPr id="10" name="Flowchart: Terminator 9">
            <a:extLst>
              <a:ext uri="{FF2B5EF4-FFF2-40B4-BE49-F238E27FC236}">
                <a16:creationId xmlns:a16="http://schemas.microsoft.com/office/drawing/2014/main" id="{B98BC0D6-867C-9A28-27BD-00AE998B9503}"/>
              </a:ext>
            </a:extLst>
          </p:cNvPr>
          <p:cNvSpPr/>
          <p:nvPr/>
        </p:nvSpPr>
        <p:spPr>
          <a:xfrm>
            <a:off x="2790396" y="5634307"/>
            <a:ext cx="2196445" cy="665138"/>
          </a:xfrm>
          <a:prstGeom prst="flowChartTermina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Return df3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DE99855-EB6B-7BB3-397C-74F4292F027E}"/>
              </a:ext>
            </a:extLst>
          </p:cNvPr>
          <p:cNvCxnSpPr>
            <a:stCxn id="5" idx="2"/>
            <a:endCxn id="7" idx="0"/>
          </p:cNvCxnSpPr>
          <p:nvPr/>
        </p:nvCxnSpPr>
        <p:spPr>
          <a:xfrm flipH="1">
            <a:off x="1249051" y="917032"/>
            <a:ext cx="1" cy="3903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F3208D9-E1CA-CB0B-D122-DFBFE7173357}"/>
              </a:ext>
            </a:extLst>
          </p:cNvPr>
          <p:cNvCxnSpPr>
            <a:stCxn id="7" idx="2"/>
            <a:endCxn id="9" idx="0"/>
          </p:cNvCxnSpPr>
          <p:nvPr/>
        </p:nvCxnSpPr>
        <p:spPr>
          <a:xfrm>
            <a:off x="1249051" y="2304080"/>
            <a:ext cx="0" cy="3903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CFA6479-C176-6749-4216-93157AA7CCBB}"/>
              </a:ext>
            </a:extLst>
          </p:cNvPr>
          <p:cNvCxnSpPr>
            <a:stCxn id="9" idx="2"/>
            <a:endCxn id="8" idx="0"/>
          </p:cNvCxnSpPr>
          <p:nvPr/>
        </p:nvCxnSpPr>
        <p:spPr>
          <a:xfrm>
            <a:off x="1249051" y="3691128"/>
            <a:ext cx="0" cy="3903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6509D22-7607-E93E-FB5E-2DF3AC5B79DE}"/>
              </a:ext>
            </a:extLst>
          </p:cNvPr>
          <p:cNvCxnSpPr>
            <a:stCxn id="8" idx="2"/>
            <a:endCxn id="6" idx="0"/>
          </p:cNvCxnSpPr>
          <p:nvPr/>
        </p:nvCxnSpPr>
        <p:spPr>
          <a:xfrm>
            <a:off x="1249051" y="5078176"/>
            <a:ext cx="0" cy="3903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8240EAD-360A-D8B6-9FE7-FE658761CD6D}"/>
              </a:ext>
            </a:extLst>
          </p:cNvPr>
          <p:cNvCxnSpPr>
            <a:stCxn id="6" idx="3"/>
            <a:endCxn id="10" idx="1"/>
          </p:cNvCxnSpPr>
          <p:nvPr/>
        </p:nvCxnSpPr>
        <p:spPr>
          <a:xfrm>
            <a:off x="2003431" y="5966876"/>
            <a:ext cx="7869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88626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342</Words>
  <Application>Microsoft Office PowerPoint</Application>
  <PresentationFormat>Widescreen</PresentationFormat>
  <Paragraphs>73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Get_item()</vt:lpstr>
      <vt:lpstr>Get_start_date()</vt:lpstr>
      <vt:lpstr>Get_end_date(start_date)</vt:lpstr>
      <vt:lpstr>Get_data(start_date, end_date, item)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Rose Scott</dc:creator>
  <cp:lastModifiedBy>Rose Scott</cp:lastModifiedBy>
  <cp:revision>1</cp:revision>
  <dcterms:created xsi:type="dcterms:W3CDTF">2026-02-11T13:57:02Z</dcterms:created>
  <dcterms:modified xsi:type="dcterms:W3CDTF">2026-02-11T16:12:50Z</dcterms:modified>
</cp:coreProperties>
</file>